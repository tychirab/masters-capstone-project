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9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9" r:id="rId4"/>
    <p:sldId id="261" r:id="rId5"/>
    <p:sldId id="260" r:id="rId6"/>
    <p:sldId id="262" r:id="rId7"/>
    <p:sldId id="270" r:id="rId8"/>
    <p:sldId id="264" r:id="rId9"/>
    <p:sldId id="272" r:id="rId10"/>
    <p:sldId id="266" r:id="rId11"/>
    <p:sldId id="271" r:id="rId12"/>
    <p:sldId id="273" r:id="rId13"/>
    <p:sldId id="274" r:id="rId14"/>
    <p:sldId id="275" r:id="rId15"/>
    <p:sldId id="276" r:id="rId16"/>
    <p:sldId id="277" r:id="rId17"/>
    <p:sldId id="269" r:id="rId18"/>
    <p:sldId id="268" r:id="rId19"/>
  </p:sldIdLst>
  <p:sldSz cx="18288000" cy="10287000"/>
  <p:notesSz cx="6858000" cy="9144000"/>
  <p:embeddedFontLst>
    <p:embeddedFont>
      <p:font typeface="Public Sans" panose="020B0604020202020204" charset="0"/>
      <p:regular r:id="rId22"/>
      <p:bold r:id="rId23"/>
      <p:italic r:id="rId24"/>
      <p:boldItalic r:id="rId25"/>
    </p:embeddedFont>
    <p:embeddedFont>
      <p:font typeface="Public Sans Black" panose="020B0604020202020204" charset="0"/>
      <p:bold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0B57B-FE8B-1F5C-04C1-C57E27A51388}" v="1" dt="2025-11-19T14:36:40.164"/>
    <p1510:client id="{5DFCC152-CC7E-1526-FF29-FAC9CCDD507C}" v="6" dt="2025-11-19T14:36:13.159"/>
    <p1510:client id="{BD02D754-BA6C-C446-8A2E-87901E1A5954}" v="2" dt="2025-11-19T14:41:09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chira Brown" userId="9b6f410b-acf1-4e1e-9612-30a5670f2623" providerId="ADAL" clId="{A87D7593-B2AB-4172-B963-3A2F7B5BAEB5}"/>
    <pc:docChg chg="undo custSel delSld modSld sldOrd">
      <pc:chgData name="Tychira Brown" userId="9b6f410b-acf1-4e1e-9612-30a5670f2623" providerId="ADAL" clId="{A87D7593-B2AB-4172-B963-3A2F7B5BAEB5}" dt="2025-11-11T00:59:04.161" v="474" actId="122"/>
      <pc:docMkLst>
        <pc:docMk/>
      </pc:docMkLst>
      <pc:sldChg chg="addSp delSp modSp mod">
        <pc:chgData name="Tychira Brown" userId="9b6f410b-acf1-4e1e-9612-30a5670f2623" providerId="ADAL" clId="{A87D7593-B2AB-4172-B963-3A2F7B5BAEB5}" dt="2025-11-11T00:45:09.724" v="174" actId="207"/>
        <pc:sldMkLst>
          <pc:docMk/>
          <pc:sldMk cId="0" sldId="256"/>
        </pc:sldMkLst>
        <pc:spChg chg="add mod">
          <ac:chgData name="Tychira Brown" userId="9b6f410b-acf1-4e1e-9612-30a5670f2623" providerId="ADAL" clId="{A87D7593-B2AB-4172-B963-3A2F7B5BAEB5}" dt="2025-11-11T00:45:09.724" v="174" actId="207"/>
          <ac:spMkLst>
            <pc:docMk/>
            <pc:sldMk cId="0" sldId="256"/>
            <ac:spMk id="2" creationId="{BE917795-869E-D6CF-C761-F17274DEF421}"/>
          </ac:spMkLst>
        </pc:spChg>
        <pc:spChg chg="mod">
          <ac:chgData name="Tychira Brown" userId="9b6f410b-acf1-4e1e-9612-30a5670f2623" providerId="ADAL" clId="{A87D7593-B2AB-4172-B963-3A2F7B5BAEB5}" dt="2025-11-11T00:43:09.008" v="168" actId="255"/>
          <ac:spMkLst>
            <pc:docMk/>
            <pc:sldMk cId="0" sldId="256"/>
            <ac:spMk id="177" creationId="{00000000-0000-0000-0000-000000000000}"/>
          </ac:spMkLst>
        </pc:spChg>
        <pc:spChg chg="add del mod">
          <ac:chgData name="Tychira Brown" userId="9b6f410b-acf1-4e1e-9612-30a5670f2623" providerId="ADAL" clId="{A87D7593-B2AB-4172-B963-3A2F7B5BAEB5}" dt="2025-11-11T00:42:22.151" v="158" actId="1076"/>
          <ac:spMkLst>
            <pc:docMk/>
            <pc:sldMk cId="0" sldId="256"/>
            <ac:spMk id="178" creationId="{00000000-0000-0000-0000-000000000000}"/>
          </ac:spMkLst>
        </pc:spChg>
        <pc:spChg chg="mod">
          <ac:chgData name="Tychira Brown" userId="9b6f410b-acf1-4e1e-9612-30a5670f2623" providerId="ADAL" clId="{A87D7593-B2AB-4172-B963-3A2F7B5BAEB5}" dt="2025-11-11T00:43:27.169" v="171" actId="1076"/>
          <ac:spMkLst>
            <pc:docMk/>
            <pc:sldMk cId="0" sldId="256"/>
            <ac:spMk id="179" creationId="{00000000-0000-0000-0000-000000000000}"/>
          </ac:spMkLst>
        </pc:spChg>
        <pc:grpChg chg="mod">
          <ac:chgData name="Tychira Brown" userId="9b6f410b-acf1-4e1e-9612-30a5670f2623" providerId="ADAL" clId="{A87D7593-B2AB-4172-B963-3A2F7B5BAEB5}" dt="2025-11-11T00:42:09.012" v="155" actId="1076"/>
          <ac:grpSpMkLst>
            <pc:docMk/>
            <pc:sldMk cId="0" sldId="256"/>
            <ac:grpSpMk id="174" creationId="{00000000-0000-0000-0000-000000000000}"/>
          </ac:grpSpMkLst>
        </pc:grpChg>
      </pc:sldChg>
      <pc:sldChg chg="modSp mod">
        <pc:chgData name="Tychira Brown" userId="9b6f410b-acf1-4e1e-9612-30a5670f2623" providerId="ADAL" clId="{A87D7593-B2AB-4172-B963-3A2F7B5BAEB5}" dt="2025-11-11T00:46:37.075" v="286" actId="20577"/>
        <pc:sldMkLst>
          <pc:docMk/>
          <pc:sldMk cId="0" sldId="257"/>
        </pc:sldMkLst>
      </pc:sldChg>
      <pc:sldChg chg="modSp mod">
        <pc:chgData name="Tychira Brown" userId="9b6f410b-acf1-4e1e-9612-30a5670f2623" providerId="ADAL" clId="{A87D7593-B2AB-4172-B963-3A2F7B5BAEB5}" dt="2025-11-11T00:57:59.911" v="452" actId="1076"/>
        <pc:sldMkLst>
          <pc:docMk/>
          <pc:sldMk cId="0" sldId="259"/>
        </pc:sldMkLst>
        <pc:spChg chg="mod">
          <ac:chgData name="Tychira Brown" userId="9b6f410b-acf1-4e1e-9612-30a5670f2623" providerId="ADAL" clId="{A87D7593-B2AB-4172-B963-3A2F7B5BAEB5}" dt="2025-11-11T00:57:21.391" v="446" actId="1076"/>
          <ac:spMkLst>
            <pc:docMk/>
            <pc:sldMk cId="0" sldId="259"/>
            <ac:spMk id="270" creationId="{00000000-0000-0000-0000-000000000000}"/>
          </ac:spMkLst>
        </pc:spChg>
        <pc:grpChg chg="mod">
          <ac:chgData name="Tychira Brown" userId="9b6f410b-acf1-4e1e-9612-30a5670f2623" providerId="ADAL" clId="{A87D7593-B2AB-4172-B963-3A2F7B5BAEB5}" dt="2025-11-11T00:57:21.391" v="446" actId="1076"/>
          <ac:grpSpMkLst>
            <pc:docMk/>
            <pc:sldMk cId="0" sldId="259"/>
            <ac:grpSpMk id="267" creationId="{00000000-0000-0000-0000-000000000000}"/>
          </ac:grpSpMkLst>
        </pc:grpChg>
      </pc:sldChg>
      <pc:sldChg chg="ord">
        <pc:chgData name="Tychira Brown" userId="9b6f410b-acf1-4e1e-9612-30a5670f2623" providerId="ADAL" clId="{A87D7593-B2AB-4172-B963-3A2F7B5BAEB5}" dt="2025-11-11T00:58:10.742" v="454"/>
        <pc:sldMkLst>
          <pc:docMk/>
          <pc:sldMk cId="0" sldId="260"/>
        </pc:sldMkLst>
      </pc:sldChg>
      <pc:sldChg chg="modSp mod">
        <pc:chgData name="Tychira Brown" userId="9b6f410b-acf1-4e1e-9612-30a5670f2623" providerId="ADAL" clId="{A87D7593-B2AB-4172-B963-3A2F7B5BAEB5}" dt="2025-11-11T00:59:04.161" v="474" actId="122"/>
        <pc:sldMkLst>
          <pc:docMk/>
          <pc:sldMk cId="0" sldId="261"/>
        </pc:sldMkLst>
        <pc:spChg chg="mod">
          <ac:chgData name="Tychira Brown" userId="9b6f410b-acf1-4e1e-9612-30a5670f2623" providerId="ADAL" clId="{A87D7593-B2AB-4172-B963-3A2F7B5BAEB5}" dt="2025-11-11T00:59:04.161" v="474" actId="122"/>
          <ac:spMkLst>
            <pc:docMk/>
            <pc:sldMk cId="0" sldId="261"/>
            <ac:spMk id="336" creationId="{00000000-0000-0000-0000-000000000000}"/>
          </ac:spMkLst>
        </pc:spChg>
      </pc:sldChg>
    </pc:docChg>
  </pc:docChgLst>
  <pc:docChgLst>
    <pc:chgData name="Tychira Brown" userId="S::tbrown274@student.clayton.edu::9b6f410b-acf1-4e1e-9612-30a5670f2623" providerId="AD" clId="Web-{136975FD-AC4F-ECF4-9F0D-17F4783A248F}"/>
    <pc:docChg chg="modSld">
      <pc:chgData name="Tychira Brown" userId="S::tbrown274@student.clayton.edu::9b6f410b-acf1-4e1e-9612-30a5670f2623" providerId="AD" clId="Web-{136975FD-AC4F-ECF4-9F0D-17F4783A248F}" dt="2025-11-19T14:19:14.003" v="116" actId="20577"/>
      <pc:docMkLst>
        <pc:docMk/>
      </pc:docMkLst>
      <pc:sldChg chg="modSp modNotes">
        <pc:chgData name="Tychira Brown" userId="S::tbrown274@student.clayton.edu::9b6f410b-acf1-4e1e-9612-30a5670f2623" providerId="AD" clId="Web-{136975FD-AC4F-ECF4-9F0D-17F4783A248F}" dt="2025-11-19T14:19:13.816" v="115" actId="20577"/>
        <pc:sldMkLst>
          <pc:docMk/>
          <pc:sldMk cId="0" sldId="259"/>
        </pc:sldMkLst>
        <pc:graphicFrameChg chg="modGraphic">
          <ac:chgData name="Tychira Brown" userId="S::tbrown274@student.clayton.edu::9b6f410b-acf1-4e1e-9612-30a5670f2623" providerId="AD" clId="Web-{136975FD-AC4F-ECF4-9F0D-17F4783A248F}" dt="2025-11-19T14:19:13.816" v="115" actId="20577"/>
          <ac:graphicFrameMkLst>
            <pc:docMk/>
            <pc:sldMk cId="0" sldId="259"/>
            <ac:graphicFrameMk id="2" creationId="{CF4F30F7-AF21-CDB3-F40A-D0B6D2784589}"/>
          </ac:graphicFrameMkLst>
        </pc:graphicFrameChg>
      </pc:sldChg>
      <pc:sldChg chg="modSp">
        <pc:chgData name="Tychira Brown" userId="S::tbrown274@student.clayton.edu::9b6f410b-acf1-4e1e-9612-30a5670f2623" providerId="AD" clId="Web-{136975FD-AC4F-ECF4-9F0D-17F4783A248F}" dt="2025-11-19T14:19:14.003" v="116" actId="20577"/>
        <pc:sldMkLst>
          <pc:docMk/>
          <pc:sldMk cId="0" sldId="261"/>
        </pc:sldMkLst>
        <pc:graphicFrameChg chg="modGraphic">
          <ac:chgData name="Tychira Brown" userId="S::tbrown274@student.clayton.edu::9b6f410b-acf1-4e1e-9612-30a5670f2623" providerId="AD" clId="Web-{136975FD-AC4F-ECF4-9F0D-17F4783A248F}" dt="2025-11-19T14:19:14.003" v="116" actId="20577"/>
          <ac:graphicFrameMkLst>
            <pc:docMk/>
            <pc:sldMk cId="0" sldId="261"/>
            <ac:graphicFrameMk id="11" creationId="{78C965D1-23C5-154A-1A47-FF27B85FF386}"/>
          </ac:graphicFrameMkLst>
        </pc:graphicFrameChg>
      </pc:sldChg>
    </pc:docChg>
  </pc:docChgLst>
  <pc:docChgLst>
    <pc:chgData name="Tychira Brown" userId="S::tbrown274@student.clayton.edu::9b6f410b-acf1-4e1e-9612-30a5670f2623" providerId="AD" clId="Web-{5A40B57B-FE8B-1F5C-04C1-C57E27A51388}"/>
    <pc:docChg chg="modSld">
      <pc:chgData name="Tychira Brown" userId="S::tbrown274@student.clayton.edu::9b6f410b-acf1-4e1e-9612-30a5670f2623" providerId="AD" clId="Web-{5A40B57B-FE8B-1F5C-04C1-C57E27A51388}" dt="2025-11-19T14:37:16.992" v="25" actId="20577"/>
      <pc:docMkLst>
        <pc:docMk/>
      </pc:docMkLst>
      <pc:sldChg chg="modSp">
        <pc:chgData name="Tychira Brown" userId="S::tbrown274@student.clayton.edu::9b6f410b-acf1-4e1e-9612-30a5670f2623" providerId="AD" clId="Web-{5A40B57B-FE8B-1F5C-04C1-C57E27A51388}" dt="2025-11-19T14:37:16.992" v="25" actId="20577"/>
        <pc:sldMkLst>
          <pc:docMk/>
          <pc:sldMk cId="0" sldId="262"/>
        </pc:sldMkLst>
        <pc:grpChg chg="mod">
          <ac:chgData name="Tychira Brown" userId="S::tbrown274@student.clayton.edu::9b6f410b-acf1-4e1e-9612-30a5670f2623" providerId="AD" clId="Web-{5A40B57B-FE8B-1F5C-04C1-C57E27A51388}" dt="2025-11-19T14:36:40.149" v="0" actId="1076"/>
          <ac:grpSpMkLst>
            <pc:docMk/>
            <pc:sldMk cId="0" sldId="262"/>
            <ac:grpSpMk id="342" creationId="{00000000-0000-0000-0000-000000000000}"/>
          </ac:grpSpMkLst>
        </pc:grpChg>
        <pc:graphicFrameChg chg="modGraphic">
          <ac:chgData name="Tychira Brown" userId="S::tbrown274@student.clayton.edu::9b6f410b-acf1-4e1e-9612-30a5670f2623" providerId="AD" clId="Web-{5A40B57B-FE8B-1F5C-04C1-C57E27A51388}" dt="2025-11-19T14:37:16.992" v="25" actId="20577"/>
          <ac:graphicFrameMkLst>
            <pc:docMk/>
            <pc:sldMk cId="0" sldId="262"/>
            <ac:graphicFrameMk id="3" creationId="{DD218FE3-0423-0D26-0920-C8DED2689FC1}"/>
          </ac:graphicFrameMkLst>
        </pc:graphicFrameChg>
      </pc:sldChg>
    </pc:docChg>
  </pc:docChgLst>
  <pc:docChgLst>
    <pc:chgData name="Tychira Brown" userId="9b6f410b-acf1-4e1e-9612-30a5670f2623" providerId="ADAL" clId="{FFFC8F46-EC58-4D4D-8980-208EB5568F53}"/>
    <pc:docChg chg="undo custSel addSld delSld modSld sldOrd modMainMaster">
      <pc:chgData name="Tychira Brown" userId="9b6f410b-acf1-4e1e-9612-30a5670f2623" providerId="ADAL" clId="{FFFC8F46-EC58-4D4D-8980-208EB5568F53}" dt="2025-11-18T02:53:13.358" v="2146" actId="1076"/>
      <pc:docMkLst>
        <pc:docMk/>
      </pc:docMkLst>
      <pc:sldChg chg="modTransition addAnim delAnim modAnim">
        <pc:chgData name="Tychira Brown" userId="9b6f410b-acf1-4e1e-9612-30a5670f2623" providerId="ADAL" clId="{FFFC8F46-EC58-4D4D-8980-208EB5568F53}" dt="2025-11-16T08:27:36.426" v="1920"/>
        <pc:sldMkLst>
          <pc:docMk/>
          <pc:sldMk cId="0" sldId="256"/>
        </pc:sldMkLst>
      </pc:sldChg>
      <pc:sldChg chg="addSp delSp modSp mod modTransition addAnim delAnim modAnim">
        <pc:chgData name="Tychira Brown" userId="9b6f410b-acf1-4e1e-9612-30a5670f2623" providerId="ADAL" clId="{FFFC8F46-EC58-4D4D-8980-208EB5568F53}" dt="2025-11-16T08:29:03.655" v="1924"/>
        <pc:sldMkLst>
          <pc:docMk/>
          <pc:sldMk cId="0" sldId="257"/>
        </pc:sldMkLst>
        <pc:graphicFrameChg chg="add mod modGraphic">
          <ac:chgData name="Tychira Brown" userId="9b6f410b-acf1-4e1e-9612-30a5670f2623" providerId="ADAL" clId="{FFFC8F46-EC58-4D4D-8980-208EB5568F53}" dt="2025-11-16T04:01:54.561" v="387" actId="207"/>
          <ac:graphicFrameMkLst>
            <pc:docMk/>
            <pc:sldMk cId="0" sldId="257"/>
            <ac:graphicFrameMk id="2" creationId="{585DE69C-5C28-47C0-0BAA-9EB5246FBFAA}"/>
          </ac:graphicFrameMkLst>
        </pc:graphicFrameChg>
      </pc:sldChg>
      <pc:sldChg chg="addSp delSp modSp mod modTransition modClrScheme chgLayout">
        <pc:chgData name="Tychira Brown" userId="9b6f410b-acf1-4e1e-9612-30a5670f2623" providerId="ADAL" clId="{FFFC8F46-EC58-4D4D-8980-208EB5568F53}" dt="2025-11-16T08:24:18.463" v="1895"/>
        <pc:sldMkLst>
          <pc:docMk/>
          <pc:sldMk cId="0" sldId="259"/>
        </pc:sldMkLst>
        <pc:grpChg chg="mod">
          <ac:chgData name="Tychira Brown" userId="9b6f410b-acf1-4e1e-9612-30a5670f2623" providerId="ADAL" clId="{FFFC8F46-EC58-4D4D-8980-208EB5568F53}" dt="2025-11-16T04:09:11.170" v="424" actId="1076"/>
          <ac:grpSpMkLst>
            <pc:docMk/>
            <pc:sldMk cId="0" sldId="259"/>
            <ac:grpSpMk id="267" creationId="{00000000-0000-0000-0000-000000000000}"/>
          </ac:grpSpMkLst>
        </pc:grpChg>
        <pc:graphicFrameChg chg="add mod modGraphic">
          <ac:chgData name="Tychira Brown" userId="9b6f410b-acf1-4e1e-9612-30a5670f2623" providerId="ADAL" clId="{FFFC8F46-EC58-4D4D-8980-208EB5568F53}" dt="2025-11-16T06:46:46.948" v="954" actId="12100"/>
          <ac:graphicFrameMkLst>
            <pc:docMk/>
            <pc:sldMk cId="0" sldId="259"/>
            <ac:graphicFrameMk id="2" creationId="{CF4F30F7-AF21-CDB3-F40A-D0B6D2784589}"/>
          </ac:graphicFrameMkLst>
        </pc:graphicFrameChg>
      </pc:sldChg>
      <pc:sldChg chg="addSp delSp modSp mod modTransition">
        <pc:chgData name="Tychira Brown" userId="9b6f410b-acf1-4e1e-9612-30a5670f2623" providerId="ADAL" clId="{FFFC8F46-EC58-4D4D-8980-208EB5568F53}" dt="2025-11-16T08:24:18.463" v="1895"/>
        <pc:sldMkLst>
          <pc:docMk/>
          <pc:sldMk cId="0" sldId="260"/>
        </pc:sldMkLst>
        <pc:spChg chg="mod">
          <ac:chgData name="Tychira Brown" userId="9b6f410b-acf1-4e1e-9612-30a5670f2623" providerId="ADAL" clId="{FFFC8F46-EC58-4D4D-8980-208EB5568F53}" dt="2025-11-16T07:05:01.249" v="1089" actId="113"/>
          <ac:spMkLst>
            <pc:docMk/>
            <pc:sldMk cId="0" sldId="260"/>
            <ac:spMk id="280" creationId="{00000000-0000-0000-0000-000000000000}"/>
          </ac:spMkLst>
        </pc:spChg>
        <pc:graphicFrameChg chg="add mod modGraphic">
          <ac:chgData name="Tychira Brown" userId="9b6f410b-acf1-4e1e-9612-30a5670f2623" providerId="ADAL" clId="{FFFC8F46-EC58-4D4D-8980-208EB5568F53}" dt="2025-11-16T06:46:56.849" v="955" actId="12100"/>
          <ac:graphicFrameMkLst>
            <pc:docMk/>
            <pc:sldMk cId="0" sldId="260"/>
            <ac:graphicFrameMk id="2" creationId="{86F09886-B607-C3EF-961D-9C12179BB063}"/>
          </ac:graphicFrameMkLst>
        </pc:graphicFrameChg>
        <pc:picChg chg="mod">
          <ac:chgData name="Tychira Brown" userId="9b6f410b-acf1-4e1e-9612-30a5670f2623" providerId="ADAL" clId="{FFFC8F46-EC58-4D4D-8980-208EB5568F53}" dt="2025-11-16T04:14:29.116" v="462" actId="1076"/>
          <ac:picMkLst>
            <pc:docMk/>
            <pc:sldMk cId="0" sldId="260"/>
            <ac:picMk id="276" creationId="{00000000-0000-0000-0000-000000000000}"/>
          </ac:picMkLst>
        </pc:picChg>
      </pc:sldChg>
      <pc:sldChg chg="addSp delSp modSp mod modTransition">
        <pc:chgData name="Tychira Brown" userId="9b6f410b-acf1-4e1e-9612-30a5670f2623" providerId="ADAL" clId="{FFFC8F46-EC58-4D4D-8980-208EB5568F53}" dt="2025-11-16T08:24:18.463" v="1895"/>
        <pc:sldMkLst>
          <pc:docMk/>
          <pc:sldMk cId="0" sldId="261"/>
        </pc:sldMkLst>
        <pc:spChg chg="mod">
          <ac:chgData name="Tychira Brown" userId="9b6f410b-acf1-4e1e-9612-30a5670f2623" providerId="ADAL" clId="{FFFC8F46-EC58-4D4D-8980-208EB5568F53}" dt="2025-11-16T07:05:27.445" v="1091" actId="2711"/>
          <ac:spMkLst>
            <pc:docMk/>
            <pc:sldMk cId="0" sldId="261"/>
            <ac:spMk id="336" creationId="{00000000-0000-0000-0000-000000000000}"/>
          </ac:spMkLst>
        </pc:spChg>
        <pc:grpChg chg="mod ord">
          <ac:chgData name="Tychira Brown" userId="9b6f410b-acf1-4e1e-9612-30a5670f2623" providerId="ADAL" clId="{FFFC8F46-EC58-4D4D-8980-208EB5568F53}" dt="2025-11-16T05:58:59.288" v="657" actId="167"/>
          <ac:grpSpMkLst>
            <pc:docMk/>
            <pc:sldMk cId="0" sldId="261"/>
            <ac:grpSpMk id="296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5:43:28.424" v="599" actId="14100"/>
          <ac:grpSpMkLst>
            <pc:docMk/>
            <pc:sldMk cId="0" sldId="261"/>
            <ac:grpSpMk id="299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6:16:15.455" v="800" actId="1076"/>
          <ac:grpSpMkLst>
            <pc:docMk/>
            <pc:sldMk cId="0" sldId="261"/>
            <ac:grpSpMk id="302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5:45:52.471" v="615" actId="1076"/>
          <ac:grpSpMkLst>
            <pc:docMk/>
            <pc:sldMk cId="0" sldId="261"/>
            <ac:grpSpMk id="311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5:45:55.546" v="616" actId="1076"/>
          <ac:grpSpMkLst>
            <pc:docMk/>
            <pc:sldMk cId="0" sldId="261"/>
            <ac:grpSpMk id="314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5:45:47.747" v="614" actId="1076"/>
          <ac:grpSpMkLst>
            <pc:docMk/>
            <pc:sldMk cId="0" sldId="261"/>
            <ac:grpSpMk id="317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4:12:12.839" v="435" actId="1076"/>
          <ac:grpSpMkLst>
            <pc:docMk/>
            <pc:sldMk cId="0" sldId="261"/>
            <ac:grpSpMk id="323" creationId="{00000000-0000-0000-0000-000000000000}"/>
          </ac:grpSpMkLst>
        </pc:grpChg>
        <pc:graphicFrameChg chg="add mod modGraphic">
          <ac:chgData name="Tychira Brown" userId="9b6f410b-acf1-4e1e-9612-30a5670f2623" providerId="ADAL" clId="{FFFC8F46-EC58-4D4D-8980-208EB5568F53}" dt="2025-11-16T06:04:05.883" v="697" actId="1076"/>
          <ac:graphicFrameMkLst>
            <pc:docMk/>
            <pc:sldMk cId="0" sldId="261"/>
            <ac:graphicFrameMk id="11" creationId="{78C965D1-23C5-154A-1A47-FF27B85FF386}"/>
          </ac:graphicFrameMkLst>
        </pc:graphicFrameChg>
        <pc:graphicFrameChg chg="add mod modGraphic">
          <ac:chgData name="Tychira Brown" userId="9b6f410b-acf1-4e1e-9612-30a5670f2623" providerId="ADAL" clId="{FFFC8F46-EC58-4D4D-8980-208EB5568F53}" dt="2025-11-16T06:12:39.857" v="763"/>
          <ac:graphicFrameMkLst>
            <pc:docMk/>
            <pc:sldMk cId="0" sldId="261"/>
            <ac:graphicFrameMk id="12" creationId="{0956F7E1-021D-C534-7B43-4C060B4703AB}"/>
          </ac:graphicFrameMkLst>
        </pc:graphicFrameChg>
        <pc:graphicFrameChg chg="add mod modGraphic">
          <ac:chgData name="Tychira Brown" userId="9b6f410b-acf1-4e1e-9612-30a5670f2623" providerId="ADAL" clId="{FFFC8F46-EC58-4D4D-8980-208EB5568F53}" dt="2025-11-16T06:16:39.516" v="804"/>
          <ac:graphicFrameMkLst>
            <pc:docMk/>
            <pc:sldMk cId="0" sldId="261"/>
            <ac:graphicFrameMk id="13" creationId="{67300C60-DCB2-BC31-0B32-4AD2A3C05B0F}"/>
          </ac:graphicFrameMkLst>
        </pc:graphicFrameChg>
        <pc:cxnChg chg="mod">
          <ac:chgData name="Tychira Brown" userId="9b6f410b-acf1-4e1e-9612-30a5670f2623" providerId="ADAL" clId="{FFFC8F46-EC58-4D4D-8980-208EB5568F53}" dt="2025-11-16T05:46:43.268" v="625" actId="14100"/>
          <ac:cxnSpMkLst>
            <pc:docMk/>
            <pc:sldMk cId="0" sldId="261"/>
            <ac:cxnSpMk id="287" creationId="{00000000-0000-0000-0000-000000000000}"/>
          </ac:cxnSpMkLst>
        </pc:cxnChg>
        <pc:cxnChg chg="mod">
          <ac:chgData name="Tychira Brown" userId="9b6f410b-acf1-4e1e-9612-30a5670f2623" providerId="ADAL" clId="{FFFC8F46-EC58-4D4D-8980-208EB5568F53}" dt="2025-11-16T05:46:32.840" v="622" actId="14100"/>
          <ac:cxnSpMkLst>
            <pc:docMk/>
            <pc:sldMk cId="0" sldId="261"/>
            <ac:cxnSpMk id="288" creationId="{00000000-0000-0000-0000-000000000000}"/>
          </ac:cxnSpMkLst>
        </pc:cxnChg>
        <pc:cxnChg chg="mod">
          <ac:chgData name="Tychira Brown" userId="9b6f410b-acf1-4e1e-9612-30a5670f2623" providerId="ADAL" clId="{FFFC8F46-EC58-4D4D-8980-208EB5568F53}" dt="2025-11-16T05:46:01.150" v="617" actId="14100"/>
          <ac:cxnSpMkLst>
            <pc:docMk/>
            <pc:sldMk cId="0" sldId="261"/>
            <ac:cxnSpMk id="289" creationId="{00000000-0000-0000-0000-000000000000}"/>
          </ac:cxnSpMkLst>
        </pc:cxnChg>
        <pc:cxnChg chg="mod">
          <ac:chgData name="Tychira Brown" userId="9b6f410b-acf1-4e1e-9612-30a5670f2623" providerId="ADAL" clId="{FFFC8F46-EC58-4D4D-8980-208EB5568F53}" dt="2025-11-16T05:46:20.148" v="620" actId="14100"/>
          <ac:cxnSpMkLst>
            <pc:docMk/>
            <pc:sldMk cId="0" sldId="261"/>
            <ac:cxnSpMk id="290" creationId="{00000000-0000-0000-0000-000000000000}"/>
          </ac:cxnSpMkLst>
        </pc:cxnChg>
      </pc:sldChg>
      <pc:sldChg chg="addSp delSp modSp mod modTransition">
        <pc:chgData name="Tychira Brown" userId="9b6f410b-acf1-4e1e-9612-30a5670f2623" providerId="ADAL" clId="{FFFC8F46-EC58-4D4D-8980-208EB5568F53}" dt="2025-11-16T08:24:18.463" v="1895"/>
        <pc:sldMkLst>
          <pc:docMk/>
          <pc:sldMk cId="0" sldId="262"/>
        </pc:sldMkLst>
        <pc:spChg chg="mod">
          <ac:chgData name="Tychira Brown" userId="9b6f410b-acf1-4e1e-9612-30a5670f2623" providerId="ADAL" clId="{FFFC8F46-EC58-4D4D-8980-208EB5568F53}" dt="2025-11-16T07:05:41.256" v="1093" actId="242"/>
          <ac:spMkLst>
            <pc:docMk/>
            <pc:sldMk cId="0" sldId="262"/>
            <ac:spMk id="348" creationId="{00000000-0000-0000-0000-000000000000}"/>
          </ac:spMkLst>
        </pc:spChg>
        <pc:grpChg chg="mod">
          <ac:chgData name="Tychira Brown" userId="9b6f410b-acf1-4e1e-9612-30a5670f2623" providerId="ADAL" clId="{FFFC8F46-EC58-4D4D-8980-208EB5568F53}" dt="2025-11-16T04:31:54.518" v="490" actId="1076"/>
          <ac:grpSpMkLst>
            <pc:docMk/>
            <pc:sldMk cId="0" sldId="262"/>
            <ac:grpSpMk id="342" creationId="{00000000-0000-0000-0000-000000000000}"/>
          </ac:grpSpMkLst>
        </pc:grpChg>
        <pc:graphicFrameChg chg="add mod modGraphic">
          <ac:chgData name="Tychira Brown" userId="9b6f410b-acf1-4e1e-9612-30a5670f2623" providerId="ADAL" clId="{FFFC8F46-EC58-4D4D-8980-208EB5568F53}" dt="2025-11-16T06:47:20.186" v="957" actId="12100"/>
          <ac:graphicFrameMkLst>
            <pc:docMk/>
            <pc:sldMk cId="0" sldId="262"/>
            <ac:graphicFrameMk id="3" creationId="{DD218FE3-0423-0D26-0920-C8DED2689FC1}"/>
          </ac:graphicFrameMkLst>
        </pc:graphicFrameChg>
      </pc:sldChg>
      <pc:sldChg chg="addSp delSp modSp mod modTransition">
        <pc:chgData name="Tychira Brown" userId="9b6f410b-acf1-4e1e-9612-30a5670f2623" providerId="ADAL" clId="{FFFC8F46-EC58-4D4D-8980-208EB5568F53}" dt="2025-11-16T08:24:18.463" v="1895"/>
        <pc:sldMkLst>
          <pc:docMk/>
          <pc:sldMk cId="0" sldId="264"/>
        </pc:sldMkLst>
        <pc:spChg chg="mod">
          <ac:chgData name="Tychira Brown" userId="9b6f410b-acf1-4e1e-9612-30a5670f2623" providerId="ADAL" clId="{FFFC8F46-EC58-4D4D-8980-208EB5568F53}" dt="2025-11-16T07:06:37.568" v="1100" actId="1076"/>
          <ac:spMkLst>
            <pc:docMk/>
            <pc:sldMk cId="0" sldId="264"/>
            <ac:spMk id="420" creationId="{00000000-0000-0000-0000-000000000000}"/>
          </ac:spMkLst>
        </pc:spChg>
        <pc:spChg chg="mod">
          <ac:chgData name="Tychira Brown" userId="9b6f410b-acf1-4e1e-9612-30a5670f2623" providerId="ADAL" clId="{FFFC8F46-EC58-4D4D-8980-208EB5568F53}" dt="2025-11-16T07:00:48.736" v="1060" actId="948"/>
          <ac:spMkLst>
            <pc:docMk/>
            <pc:sldMk cId="0" sldId="264"/>
            <ac:spMk id="422" creationId="{00000000-0000-0000-0000-000000000000}"/>
          </ac:spMkLst>
        </pc:spChg>
        <pc:spChg chg="mod">
          <ac:chgData name="Tychira Brown" userId="9b6f410b-acf1-4e1e-9612-30a5670f2623" providerId="ADAL" clId="{FFFC8F46-EC58-4D4D-8980-208EB5568F53}" dt="2025-11-16T07:01:58.315" v="1066" actId="208"/>
          <ac:spMkLst>
            <pc:docMk/>
            <pc:sldMk cId="0" sldId="264"/>
            <ac:spMk id="425" creationId="{00000000-0000-0000-0000-000000000000}"/>
          </ac:spMkLst>
        </pc:spChg>
        <pc:spChg chg="mod">
          <ac:chgData name="Tychira Brown" userId="9b6f410b-acf1-4e1e-9612-30a5670f2623" providerId="ADAL" clId="{FFFC8F46-EC58-4D4D-8980-208EB5568F53}" dt="2025-11-16T07:01:58.315" v="1066" actId="208"/>
          <ac:spMkLst>
            <pc:docMk/>
            <pc:sldMk cId="0" sldId="264"/>
            <ac:spMk id="426" creationId="{00000000-0000-0000-0000-000000000000}"/>
          </ac:spMkLst>
        </pc:spChg>
        <pc:spChg chg="mod">
          <ac:chgData name="Tychira Brown" userId="9b6f410b-acf1-4e1e-9612-30a5670f2623" providerId="ADAL" clId="{FFFC8F46-EC58-4D4D-8980-208EB5568F53}" dt="2025-11-16T07:01:58.315" v="1066" actId="208"/>
          <ac:spMkLst>
            <pc:docMk/>
            <pc:sldMk cId="0" sldId="264"/>
            <ac:spMk id="428" creationId="{00000000-0000-0000-0000-000000000000}"/>
          </ac:spMkLst>
        </pc:spChg>
        <pc:spChg chg="mod">
          <ac:chgData name="Tychira Brown" userId="9b6f410b-acf1-4e1e-9612-30a5670f2623" providerId="ADAL" clId="{FFFC8F46-EC58-4D4D-8980-208EB5568F53}" dt="2025-11-16T07:01:58.315" v="1066" actId="208"/>
          <ac:spMkLst>
            <pc:docMk/>
            <pc:sldMk cId="0" sldId="264"/>
            <ac:spMk id="429" creationId="{00000000-0000-0000-0000-000000000000}"/>
          </ac:spMkLst>
        </pc:spChg>
        <pc:spChg chg="mod">
          <ac:chgData name="Tychira Brown" userId="9b6f410b-acf1-4e1e-9612-30a5670f2623" providerId="ADAL" clId="{FFFC8F46-EC58-4D4D-8980-208EB5568F53}" dt="2025-11-16T07:00:48.736" v="1060" actId="948"/>
          <ac:spMkLst>
            <pc:docMk/>
            <pc:sldMk cId="0" sldId="264"/>
            <ac:spMk id="430" creationId="{00000000-0000-0000-0000-000000000000}"/>
          </ac:spMkLst>
        </pc:spChg>
        <pc:spChg chg="mod">
          <ac:chgData name="Tychira Brown" userId="9b6f410b-acf1-4e1e-9612-30a5670f2623" providerId="ADAL" clId="{FFFC8F46-EC58-4D4D-8980-208EB5568F53}" dt="2025-11-16T07:00:48.736" v="1060" actId="948"/>
          <ac:spMkLst>
            <pc:docMk/>
            <pc:sldMk cId="0" sldId="264"/>
            <ac:spMk id="438" creationId="{00000000-0000-0000-0000-000000000000}"/>
          </ac:spMkLst>
        </pc:spChg>
        <pc:spChg chg="mod">
          <ac:chgData name="Tychira Brown" userId="9b6f410b-acf1-4e1e-9612-30a5670f2623" providerId="ADAL" clId="{FFFC8F46-EC58-4D4D-8980-208EB5568F53}" dt="2025-11-16T07:00:48.736" v="1060" actId="948"/>
          <ac:spMkLst>
            <pc:docMk/>
            <pc:sldMk cId="0" sldId="264"/>
            <ac:spMk id="446" creationId="{00000000-0000-0000-0000-000000000000}"/>
          </ac:spMkLst>
        </pc:spChg>
        <pc:grpChg chg="add del mod">
          <ac:chgData name="Tychira Brown" userId="9b6f410b-acf1-4e1e-9612-30a5670f2623" providerId="ADAL" clId="{FFFC8F46-EC58-4D4D-8980-208EB5568F53}" dt="2025-11-16T06:57:58.946" v="1042" actId="1076"/>
          <ac:grpSpMkLst>
            <pc:docMk/>
            <pc:sldMk cId="0" sldId="264"/>
            <ac:grpSpMk id="404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6:58:13.094" v="1044" actId="1076"/>
          <ac:grpSpMkLst>
            <pc:docMk/>
            <pc:sldMk cId="0" sldId="264"/>
            <ac:grpSpMk id="439" creationId="{00000000-0000-0000-0000-000000000000}"/>
          </ac:grpSpMkLst>
        </pc:grpChg>
      </pc:sldChg>
      <pc:sldChg chg="addSp delSp modSp mod modTransition">
        <pc:chgData name="Tychira Brown" userId="9b6f410b-acf1-4e1e-9612-30a5670f2623" providerId="ADAL" clId="{FFFC8F46-EC58-4D4D-8980-208EB5568F53}" dt="2025-11-16T08:24:18.463" v="1895"/>
        <pc:sldMkLst>
          <pc:docMk/>
          <pc:sldMk cId="0" sldId="266"/>
        </pc:sldMkLst>
        <pc:spChg chg="mod">
          <ac:chgData name="Tychira Brown" userId="9b6f410b-acf1-4e1e-9612-30a5670f2623" providerId="ADAL" clId="{FFFC8F46-EC58-4D4D-8980-208EB5568F53}" dt="2025-11-16T07:33:08.759" v="1308" actId="207"/>
          <ac:spMkLst>
            <pc:docMk/>
            <pc:sldMk cId="0" sldId="266"/>
            <ac:spMk id="623" creationId="{00000000-0000-0000-0000-000000000000}"/>
          </ac:spMkLst>
        </pc:spChg>
        <pc:spChg chg="mod">
          <ac:chgData name="Tychira Brown" userId="9b6f410b-acf1-4e1e-9612-30a5670f2623" providerId="ADAL" clId="{FFFC8F46-EC58-4D4D-8980-208EB5568F53}" dt="2025-11-16T07:33:08.759" v="1308" actId="207"/>
          <ac:spMkLst>
            <pc:docMk/>
            <pc:sldMk cId="0" sldId="266"/>
            <ac:spMk id="624" creationId="{00000000-0000-0000-0000-000000000000}"/>
          </ac:spMkLst>
        </pc:spChg>
        <pc:spChg chg="mod">
          <ac:chgData name="Tychira Brown" userId="9b6f410b-acf1-4e1e-9612-30a5670f2623" providerId="ADAL" clId="{FFFC8F46-EC58-4D4D-8980-208EB5568F53}" dt="2025-11-16T07:33:08.759" v="1308" actId="207"/>
          <ac:spMkLst>
            <pc:docMk/>
            <pc:sldMk cId="0" sldId="266"/>
            <ac:spMk id="626" creationId="{00000000-0000-0000-0000-000000000000}"/>
          </ac:spMkLst>
        </pc:spChg>
        <pc:spChg chg="mod">
          <ac:chgData name="Tychira Brown" userId="9b6f410b-acf1-4e1e-9612-30a5670f2623" providerId="ADAL" clId="{FFFC8F46-EC58-4D4D-8980-208EB5568F53}" dt="2025-11-16T07:33:08.759" v="1308" actId="207"/>
          <ac:spMkLst>
            <pc:docMk/>
            <pc:sldMk cId="0" sldId="266"/>
            <ac:spMk id="627" creationId="{00000000-0000-0000-0000-000000000000}"/>
          </ac:spMkLst>
        </pc:spChg>
        <pc:spChg chg="mod">
          <ac:chgData name="Tychira Brown" userId="9b6f410b-acf1-4e1e-9612-30a5670f2623" providerId="ADAL" clId="{FFFC8F46-EC58-4D4D-8980-208EB5568F53}" dt="2025-11-16T07:18:58.293" v="1176" actId="14100"/>
          <ac:spMkLst>
            <pc:docMk/>
            <pc:sldMk cId="0" sldId="266"/>
            <ac:spMk id="637" creationId="{00000000-0000-0000-0000-000000000000}"/>
          </ac:spMkLst>
        </pc:spChg>
        <pc:grpChg chg="mod">
          <ac:chgData name="Tychira Brown" userId="9b6f410b-acf1-4e1e-9612-30a5670f2623" providerId="ADAL" clId="{FFFC8F46-EC58-4D4D-8980-208EB5568F53}" dt="2025-11-16T07:10:11.468" v="1127" actId="1076"/>
          <ac:grpSpMkLst>
            <pc:docMk/>
            <pc:sldMk cId="0" sldId="266"/>
            <ac:grpSpMk id="506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7:10:11.468" v="1127" actId="1076"/>
          <ac:grpSpMkLst>
            <pc:docMk/>
            <pc:sldMk cId="0" sldId="266"/>
            <ac:grpSpMk id="513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7:10:11.468" v="1127" actId="1076"/>
          <ac:grpSpMkLst>
            <pc:docMk/>
            <pc:sldMk cId="0" sldId="266"/>
            <ac:grpSpMk id="520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7:07:41.985" v="1110" actId="1076"/>
          <ac:grpSpMkLst>
            <pc:docMk/>
            <pc:sldMk cId="0" sldId="266"/>
            <ac:grpSpMk id="527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7:09:54.400" v="1126" actId="1076"/>
          <ac:grpSpMkLst>
            <pc:docMk/>
            <pc:sldMk cId="0" sldId="266"/>
            <ac:grpSpMk id="551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7:09:54.400" v="1126" actId="1076"/>
          <ac:grpSpMkLst>
            <pc:docMk/>
            <pc:sldMk cId="0" sldId="266"/>
            <ac:grpSpMk id="558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7:09:54.400" v="1126" actId="1076"/>
          <ac:grpSpMkLst>
            <pc:docMk/>
            <pc:sldMk cId="0" sldId="266"/>
            <ac:grpSpMk id="565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7:26:05.527" v="1201" actId="1076"/>
          <ac:grpSpMkLst>
            <pc:docMk/>
            <pc:sldMk cId="0" sldId="266"/>
            <ac:grpSpMk id="600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7:26:05.527" v="1201" actId="1076"/>
          <ac:grpSpMkLst>
            <pc:docMk/>
            <pc:sldMk cId="0" sldId="266"/>
            <ac:grpSpMk id="614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7:33:08.759" v="1308" actId="207"/>
          <ac:grpSpMkLst>
            <pc:docMk/>
            <pc:sldMk cId="0" sldId="266"/>
            <ac:grpSpMk id="621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7:33:08.759" v="1308" actId="207"/>
          <ac:grpSpMkLst>
            <pc:docMk/>
            <pc:sldMk cId="0" sldId="266"/>
            <ac:grpSpMk id="622" creationId="{00000000-0000-0000-0000-000000000000}"/>
          </ac:grpSpMkLst>
        </pc:grpChg>
        <pc:grpChg chg="mod">
          <ac:chgData name="Tychira Brown" userId="9b6f410b-acf1-4e1e-9612-30a5670f2623" providerId="ADAL" clId="{FFFC8F46-EC58-4D4D-8980-208EB5568F53}" dt="2025-11-16T07:33:08.759" v="1308" actId="207"/>
          <ac:grpSpMkLst>
            <pc:docMk/>
            <pc:sldMk cId="0" sldId="266"/>
            <ac:grpSpMk id="625" creationId="{00000000-0000-0000-0000-000000000000}"/>
          </ac:grpSpMkLst>
        </pc:grpChg>
        <pc:graphicFrameChg chg="add mod modGraphic">
          <ac:chgData name="Tychira Brown" userId="9b6f410b-acf1-4e1e-9612-30a5670f2623" providerId="ADAL" clId="{FFFC8F46-EC58-4D4D-8980-208EB5568F53}" dt="2025-11-16T07:21:44.895" v="1192"/>
          <ac:graphicFrameMkLst>
            <pc:docMk/>
            <pc:sldMk cId="0" sldId="266"/>
            <ac:graphicFrameMk id="2" creationId="{985DB038-44BC-EEA1-3A86-CAF4B29402A3}"/>
          </ac:graphicFrameMkLst>
        </pc:graphicFrameChg>
      </pc:sldChg>
      <pc:sldChg chg="addSp delSp modSp mod modTransition">
        <pc:chgData name="Tychira Brown" userId="9b6f410b-acf1-4e1e-9612-30a5670f2623" providerId="ADAL" clId="{FFFC8F46-EC58-4D4D-8980-208EB5568F53}" dt="2025-11-18T02:52:02.614" v="2136" actId="207"/>
        <pc:sldMkLst>
          <pc:docMk/>
          <pc:sldMk cId="0" sldId="268"/>
        </pc:sldMkLst>
        <pc:spChg chg="mod">
          <ac:chgData name="Tychira Brown" userId="9b6f410b-acf1-4e1e-9612-30a5670f2623" providerId="ADAL" clId="{FFFC8F46-EC58-4D4D-8980-208EB5568F53}" dt="2025-11-18T02:52:02.614" v="2136" actId="207"/>
          <ac:spMkLst>
            <pc:docMk/>
            <pc:sldMk cId="0" sldId="268"/>
            <ac:spMk id="658" creationId="{00000000-0000-0000-0000-000000000000}"/>
          </ac:spMkLst>
        </pc:spChg>
        <pc:grpChg chg="mod">
          <ac:chgData name="Tychira Brown" userId="9b6f410b-acf1-4e1e-9612-30a5670f2623" providerId="ADAL" clId="{FFFC8F46-EC58-4D4D-8980-208EB5568F53}" dt="2025-11-16T08:11:47.967" v="1788" actId="1076"/>
          <ac:grpSpMkLst>
            <pc:docMk/>
            <pc:sldMk cId="0" sldId="268"/>
            <ac:grpSpMk id="655" creationId="{00000000-0000-0000-0000-000000000000}"/>
          </ac:grpSpMkLst>
        </pc:grpChg>
        <pc:graphicFrameChg chg="add mod modGraphic">
          <ac:chgData name="Tychira Brown" userId="9b6f410b-acf1-4e1e-9612-30a5670f2623" providerId="ADAL" clId="{FFFC8F46-EC58-4D4D-8980-208EB5568F53}" dt="2025-11-18T02:51:35.196" v="2135" actId="207"/>
          <ac:graphicFrameMkLst>
            <pc:docMk/>
            <pc:sldMk cId="0" sldId="268"/>
            <ac:graphicFrameMk id="2" creationId="{7296BC8A-7CFE-1DB1-F26B-5E2BB6F6C224}"/>
          </ac:graphicFrameMkLst>
        </pc:graphicFrameChg>
        <pc:picChg chg="mod">
          <ac:chgData name="Tychira Brown" userId="9b6f410b-acf1-4e1e-9612-30a5670f2623" providerId="ADAL" clId="{FFFC8F46-EC58-4D4D-8980-208EB5568F53}" dt="2025-11-16T08:12:08.359" v="1793" actId="1076"/>
          <ac:picMkLst>
            <pc:docMk/>
            <pc:sldMk cId="0" sldId="268"/>
            <ac:picMk id="661" creationId="{00000000-0000-0000-0000-000000000000}"/>
          </ac:picMkLst>
        </pc:picChg>
      </pc:sldChg>
      <pc:sldChg chg="addSp delSp modSp new mod ord modTransition modClrScheme chgLayout">
        <pc:chgData name="Tychira Brown" userId="9b6f410b-acf1-4e1e-9612-30a5670f2623" providerId="ADAL" clId="{FFFC8F46-EC58-4D4D-8980-208EB5568F53}" dt="2025-11-16T08:24:18.463" v="1895"/>
        <pc:sldMkLst>
          <pc:docMk/>
          <pc:sldMk cId="918024519" sldId="269"/>
        </pc:sldMkLst>
        <pc:spChg chg="add mod">
          <ac:chgData name="Tychira Brown" userId="9b6f410b-acf1-4e1e-9612-30a5670f2623" providerId="ADAL" clId="{FFFC8F46-EC58-4D4D-8980-208EB5568F53}" dt="2025-11-16T07:52:21.268" v="1570" actId="207"/>
          <ac:spMkLst>
            <pc:docMk/>
            <pc:sldMk cId="918024519" sldId="269"/>
            <ac:spMk id="2" creationId="{BE86131C-1A79-9C70-7BF5-B578CCEC74B8}"/>
          </ac:spMkLst>
        </pc:spChg>
        <pc:graphicFrameChg chg="add mod modGraphic">
          <ac:chgData name="Tychira Brown" userId="9b6f410b-acf1-4e1e-9612-30a5670f2623" providerId="ADAL" clId="{FFFC8F46-EC58-4D4D-8980-208EB5568F53}" dt="2025-11-16T08:04:19.763" v="1739" actId="207"/>
          <ac:graphicFrameMkLst>
            <pc:docMk/>
            <pc:sldMk cId="918024519" sldId="269"/>
            <ac:graphicFrameMk id="4" creationId="{8E13531D-3392-BF3C-0739-EDCC8179B661}"/>
          </ac:graphicFrameMkLst>
        </pc:graphicFrameChg>
      </pc:sldChg>
      <pc:sldChg chg="addSp delSp modSp new mod ord modTransition setBg modClrScheme chgLayout">
        <pc:chgData name="Tychira Brown" userId="9b6f410b-acf1-4e1e-9612-30a5670f2623" providerId="ADAL" clId="{FFFC8F46-EC58-4D4D-8980-208EB5568F53}" dt="2025-11-18T02:44:51.548" v="2085"/>
        <pc:sldMkLst>
          <pc:docMk/>
          <pc:sldMk cId="750632199" sldId="270"/>
        </pc:sldMkLst>
        <pc:spChg chg="add mod">
          <ac:chgData name="Tychira Brown" userId="9b6f410b-acf1-4e1e-9612-30a5670f2623" providerId="ADAL" clId="{FFFC8F46-EC58-4D4D-8980-208EB5568F53}" dt="2025-11-18T02:17:22.039" v="1982" actId="1076"/>
          <ac:spMkLst>
            <pc:docMk/>
            <pc:sldMk cId="750632199" sldId="270"/>
            <ac:spMk id="2" creationId="{82FF48EE-F007-383A-ECF7-886F763C4B0F}"/>
          </ac:spMkLst>
        </pc:spChg>
        <pc:spChg chg="add del">
          <ac:chgData name="Tychira Brown" userId="9b6f410b-acf1-4e1e-9612-30a5670f2623" providerId="ADAL" clId="{FFFC8F46-EC58-4D4D-8980-208EB5568F53}" dt="2025-11-18T02:14:10.692" v="1952" actId="26606"/>
          <ac:spMkLst>
            <pc:docMk/>
            <pc:sldMk cId="750632199" sldId="270"/>
            <ac:spMk id="14" creationId="{F0087D53-9295-4463-AAE4-D5C626046E9F}"/>
          </ac:spMkLst>
        </pc:spChg>
        <pc:spChg chg="add mod">
          <ac:chgData name="Tychira Brown" userId="9b6f410b-acf1-4e1e-9612-30a5670f2623" providerId="ADAL" clId="{FFFC8F46-EC58-4D4D-8980-208EB5568F53}" dt="2025-11-18T02:18:25.261" v="2026" actId="207"/>
          <ac:spMkLst>
            <pc:docMk/>
            <pc:sldMk cId="750632199" sldId="270"/>
            <ac:spMk id="15" creationId="{2C3B6752-72E7-C4EB-1F5B-ECE50407A348}"/>
          </ac:spMkLst>
        </pc:spChg>
        <pc:spChg chg="add del">
          <ac:chgData name="Tychira Brown" userId="9b6f410b-acf1-4e1e-9612-30a5670f2623" providerId="ADAL" clId="{FFFC8F46-EC58-4D4D-8980-208EB5568F53}" dt="2025-11-18T02:14:10.692" v="1952" actId="26606"/>
          <ac:spMkLst>
            <pc:docMk/>
            <pc:sldMk cId="750632199" sldId="270"/>
            <ac:spMk id="16" creationId="{D6A9C53F-5F90-40A5-8C85-5412D39C8C68}"/>
          </ac:spMkLst>
        </pc:spChg>
        <pc:graphicFrameChg chg="add del mod">
          <ac:chgData name="Tychira Brown" userId="9b6f410b-acf1-4e1e-9612-30a5670f2623" providerId="ADAL" clId="{FFFC8F46-EC58-4D4D-8980-208EB5568F53}" dt="2025-11-18T02:02:59.723" v="1927" actId="478"/>
          <ac:graphicFrameMkLst>
            <pc:docMk/>
            <pc:sldMk cId="750632199" sldId="270"/>
            <ac:graphicFrameMk id="3" creationId="{232E6E52-DD60-847D-6D42-96ECC7599F29}"/>
          </ac:graphicFrameMkLst>
        </pc:graphicFrameChg>
        <pc:picChg chg="add del mod">
          <ac:chgData name="Tychira Brown" userId="9b6f410b-acf1-4e1e-9612-30a5670f2623" providerId="ADAL" clId="{FFFC8F46-EC58-4D4D-8980-208EB5568F53}" dt="2025-11-18T02:08:49.498" v="1934" actId="478"/>
          <ac:picMkLst>
            <pc:docMk/>
            <pc:sldMk cId="750632199" sldId="270"/>
            <ac:picMk id="5" creationId="{D2DFB9B1-A9CC-7AF0-E210-2F8FD1775B0D}"/>
          </ac:picMkLst>
        </pc:picChg>
        <pc:picChg chg="add mod">
          <ac:chgData name="Tychira Brown" userId="9b6f410b-acf1-4e1e-9612-30a5670f2623" providerId="ADAL" clId="{FFFC8F46-EC58-4D4D-8980-208EB5568F53}" dt="2025-11-18T02:18:33.036" v="2027" actId="1076"/>
          <ac:picMkLst>
            <pc:docMk/>
            <pc:sldMk cId="750632199" sldId="270"/>
            <ac:picMk id="7" creationId="{714F79E0-B76C-7AAB-E588-F61F6E00309C}"/>
          </ac:picMkLst>
        </pc:picChg>
        <pc:picChg chg="add del mod">
          <ac:chgData name="Tychira Brown" userId="9b6f410b-acf1-4e1e-9612-30a5670f2623" providerId="ADAL" clId="{FFFC8F46-EC58-4D4D-8980-208EB5568F53}" dt="2025-11-18T02:14:12.726" v="1953" actId="478"/>
          <ac:picMkLst>
            <pc:docMk/>
            <pc:sldMk cId="750632199" sldId="270"/>
            <ac:picMk id="9" creationId="{79951401-98E3-9AC0-A865-4970F42E554B}"/>
          </ac:picMkLst>
        </pc:picChg>
        <pc:picChg chg="add del mod">
          <ac:chgData name="Tychira Brown" userId="9b6f410b-acf1-4e1e-9612-30a5670f2623" providerId="ADAL" clId="{FFFC8F46-EC58-4D4D-8980-208EB5568F53}" dt="2025-11-18T02:15:23.935" v="1961" actId="21"/>
          <ac:picMkLst>
            <pc:docMk/>
            <pc:sldMk cId="750632199" sldId="270"/>
            <ac:picMk id="11" creationId="{789EED37-AF63-F8CB-3BE1-D1D5B3F027D3}"/>
          </ac:picMkLst>
        </pc:picChg>
        <pc:picChg chg="add del mod">
          <ac:chgData name="Tychira Brown" userId="9b6f410b-acf1-4e1e-9612-30a5670f2623" providerId="ADAL" clId="{FFFC8F46-EC58-4D4D-8980-208EB5568F53}" dt="2025-11-18T02:15:29.866" v="1963" actId="21"/>
          <ac:picMkLst>
            <pc:docMk/>
            <pc:sldMk cId="750632199" sldId="270"/>
            <ac:picMk id="13" creationId="{1D94AF52-E7B5-F17B-F9CD-BA215F2FDDEE}"/>
          </ac:picMkLst>
        </pc:picChg>
      </pc:sldChg>
      <pc:sldChg chg="addSp delSp modSp add del mod modTransition">
        <pc:chgData name="Tychira Brown" userId="9b6f410b-acf1-4e1e-9612-30a5670f2623" providerId="ADAL" clId="{FFFC8F46-EC58-4D4D-8980-208EB5568F53}" dt="2025-11-18T02:09:50.059" v="1936" actId="47"/>
        <pc:sldMkLst>
          <pc:docMk/>
          <pc:sldMk cId="75626046" sldId="271"/>
        </pc:sldMkLst>
        <pc:graphicFrameChg chg="add del mod">
          <ac:chgData name="Tychira Brown" userId="9b6f410b-acf1-4e1e-9612-30a5670f2623" providerId="ADAL" clId="{FFFC8F46-EC58-4D4D-8980-208EB5568F53}" dt="2025-11-18T02:01:53.147" v="1925" actId="478"/>
          <ac:graphicFrameMkLst>
            <pc:docMk/>
            <pc:sldMk cId="75626046" sldId="271"/>
            <ac:graphicFrameMk id="3" creationId="{EC07D777-1B9E-C469-DEE6-D51649DF7A7B}"/>
          </ac:graphicFrameMkLst>
        </pc:graphicFrameChg>
      </pc:sldChg>
      <pc:sldChg chg="addSp delSp modSp add mod ord">
        <pc:chgData name="Tychira Brown" userId="9b6f410b-acf1-4e1e-9612-30a5670f2623" providerId="ADAL" clId="{FFFC8F46-EC58-4D4D-8980-208EB5568F53}" dt="2025-11-18T02:44:42.005" v="2081"/>
        <pc:sldMkLst>
          <pc:docMk/>
          <pc:sldMk cId="3046480688" sldId="271"/>
        </pc:sldMkLst>
        <pc:spChg chg="mod">
          <ac:chgData name="Tychira Brown" userId="9b6f410b-acf1-4e1e-9612-30a5670f2623" providerId="ADAL" clId="{FFFC8F46-EC58-4D4D-8980-208EB5568F53}" dt="2025-11-18T02:21:15.163" v="2042" actId="14100"/>
          <ac:spMkLst>
            <pc:docMk/>
            <pc:sldMk cId="3046480688" sldId="271"/>
            <ac:spMk id="2" creationId="{67082669-0A42-792D-4E24-8F25551B5732}"/>
          </ac:spMkLst>
        </pc:spChg>
        <pc:picChg chg="add del mod">
          <ac:chgData name="Tychira Brown" userId="9b6f410b-acf1-4e1e-9612-30a5670f2623" providerId="ADAL" clId="{FFFC8F46-EC58-4D4D-8980-208EB5568F53}" dt="2025-11-18T02:23:11.905" v="2053" actId="21"/>
          <ac:picMkLst>
            <pc:docMk/>
            <pc:sldMk cId="3046480688" sldId="271"/>
            <ac:picMk id="4" creationId="{6FB1DF55-9268-7CDC-E3A6-B9870A501B1E}"/>
          </ac:picMkLst>
        </pc:picChg>
        <pc:picChg chg="add del mod">
          <ac:chgData name="Tychira Brown" userId="9b6f410b-acf1-4e1e-9612-30a5670f2623" providerId="ADAL" clId="{FFFC8F46-EC58-4D4D-8980-208EB5568F53}" dt="2025-11-18T02:23:26.182" v="2056" actId="21"/>
          <ac:picMkLst>
            <pc:docMk/>
            <pc:sldMk cId="3046480688" sldId="271"/>
            <ac:picMk id="6" creationId="{D4EC84D6-9643-2BF4-A1BE-2476A290308A}"/>
          </ac:picMkLst>
        </pc:picChg>
        <pc:picChg chg="add mod">
          <ac:chgData name="Tychira Brown" userId="9b6f410b-acf1-4e1e-9612-30a5670f2623" providerId="ADAL" clId="{FFFC8F46-EC58-4D4D-8980-208EB5568F53}" dt="2025-11-18T02:23:56.139" v="2064" actId="14100"/>
          <ac:picMkLst>
            <pc:docMk/>
            <pc:sldMk cId="3046480688" sldId="271"/>
            <ac:picMk id="11" creationId="{789EED37-AF63-F8CB-3BE1-D1D5B3F027D3}"/>
          </ac:picMkLst>
        </pc:picChg>
        <pc:picChg chg="add mod">
          <ac:chgData name="Tychira Brown" userId="9b6f410b-acf1-4e1e-9612-30a5670f2623" providerId="ADAL" clId="{FFFC8F46-EC58-4D4D-8980-208EB5568F53}" dt="2025-11-18T02:24:06.933" v="2067" actId="14100"/>
          <ac:picMkLst>
            <pc:docMk/>
            <pc:sldMk cId="3046480688" sldId="271"/>
            <ac:picMk id="13" creationId="{1D94AF52-E7B5-F17B-F9CD-BA215F2FDDEE}"/>
          </ac:picMkLst>
        </pc:picChg>
      </pc:sldChg>
      <pc:sldChg chg="addSp modSp add mod ord">
        <pc:chgData name="Tychira Brown" userId="9b6f410b-acf1-4e1e-9612-30a5670f2623" providerId="ADAL" clId="{FFFC8F46-EC58-4D4D-8980-208EB5568F53}" dt="2025-11-18T02:48:24.484" v="2111" actId="1076"/>
        <pc:sldMkLst>
          <pc:docMk/>
          <pc:sldMk cId="1504481922" sldId="272"/>
        </pc:sldMkLst>
        <pc:spChg chg="mod">
          <ac:chgData name="Tychira Brown" userId="9b6f410b-acf1-4e1e-9612-30a5670f2623" providerId="ADAL" clId="{FFFC8F46-EC58-4D4D-8980-208EB5568F53}" dt="2025-11-18T02:48:20.071" v="2110" actId="1076"/>
          <ac:spMkLst>
            <pc:docMk/>
            <pc:sldMk cId="1504481922" sldId="272"/>
            <ac:spMk id="2" creationId="{D2692281-6C97-A530-25FC-0F91D22C7166}"/>
          </ac:spMkLst>
        </pc:spChg>
        <pc:picChg chg="add mod">
          <ac:chgData name="Tychira Brown" userId="9b6f410b-acf1-4e1e-9612-30a5670f2623" providerId="ADAL" clId="{FFFC8F46-EC58-4D4D-8980-208EB5568F53}" dt="2025-11-18T02:48:24.484" v="2111" actId="1076"/>
          <ac:picMkLst>
            <pc:docMk/>
            <pc:sldMk cId="1504481922" sldId="272"/>
            <ac:picMk id="4" creationId="{6FB1DF55-9268-7CDC-E3A6-B9870A501B1E}"/>
          </ac:picMkLst>
        </pc:picChg>
        <pc:picChg chg="add mod">
          <ac:chgData name="Tychira Brown" userId="9b6f410b-acf1-4e1e-9612-30a5670f2623" providerId="ADAL" clId="{FFFC8F46-EC58-4D4D-8980-208EB5568F53}" dt="2025-11-18T02:24:49.189" v="2075" actId="1076"/>
          <ac:picMkLst>
            <pc:docMk/>
            <pc:sldMk cId="1504481922" sldId="272"/>
            <ac:picMk id="6" creationId="{D4EC84D6-9643-2BF4-A1BE-2476A290308A}"/>
          </ac:picMkLst>
        </pc:picChg>
      </pc:sldChg>
      <pc:sldChg chg="addSp modSp add mod">
        <pc:chgData name="Tychira Brown" userId="9b6f410b-acf1-4e1e-9612-30a5670f2623" providerId="ADAL" clId="{FFFC8F46-EC58-4D4D-8980-208EB5568F53}" dt="2025-11-18T02:48:59.700" v="2116" actId="1076"/>
        <pc:sldMkLst>
          <pc:docMk/>
          <pc:sldMk cId="689820230" sldId="273"/>
        </pc:sldMkLst>
        <pc:picChg chg="add mod">
          <ac:chgData name="Tychira Brown" userId="9b6f410b-acf1-4e1e-9612-30a5670f2623" providerId="ADAL" clId="{FFFC8F46-EC58-4D4D-8980-208EB5568F53}" dt="2025-11-18T02:48:59.700" v="2116" actId="1076"/>
          <ac:picMkLst>
            <pc:docMk/>
            <pc:sldMk cId="689820230" sldId="273"/>
            <ac:picMk id="4" creationId="{14B83D2C-BD8B-312F-F00E-7646FD83B7F4}"/>
          </ac:picMkLst>
        </pc:picChg>
      </pc:sldChg>
      <pc:sldChg chg="addSp modSp add mod">
        <pc:chgData name="Tychira Brown" userId="9b6f410b-acf1-4e1e-9612-30a5670f2623" providerId="ADAL" clId="{FFFC8F46-EC58-4D4D-8980-208EB5568F53}" dt="2025-11-18T02:47:57.220" v="2109" actId="1076"/>
        <pc:sldMkLst>
          <pc:docMk/>
          <pc:sldMk cId="2938903735" sldId="274"/>
        </pc:sldMkLst>
        <pc:spChg chg="mod">
          <ac:chgData name="Tychira Brown" userId="9b6f410b-acf1-4e1e-9612-30a5670f2623" providerId="ADAL" clId="{FFFC8F46-EC58-4D4D-8980-208EB5568F53}" dt="2025-11-18T02:47:57.220" v="2109" actId="1076"/>
          <ac:spMkLst>
            <pc:docMk/>
            <pc:sldMk cId="2938903735" sldId="274"/>
            <ac:spMk id="2" creationId="{75A5E27D-DC3C-0333-EFB0-6FC1E57EDD0F}"/>
          </ac:spMkLst>
        </pc:spChg>
        <pc:picChg chg="add mod">
          <ac:chgData name="Tychira Brown" userId="9b6f410b-acf1-4e1e-9612-30a5670f2623" providerId="ADAL" clId="{FFFC8F46-EC58-4D4D-8980-208EB5568F53}" dt="2025-11-18T02:47:29.126" v="2102" actId="1076"/>
          <ac:picMkLst>
            <pc:docMk/>
            <pc:sldMk cId="2938903735" sldId="274"/>
            <ac:picMk id="4" creationId="{B3231B46-D844-F5BE-BCB2-AE2EF7D5732B}"/>
          </ac:picMkLst>
        </pc:picChg>
      </pc:sldChg>
      <pc:sldChg chg="addSp delSp modSp add mod">
        <pc:chgData name="Tychira Brown" userId="9b6f410b-acf1-4e1e-9612-30a5670f2623" providerId="ADAL" clId="{FFFC8F46-EC58-4D4D-8980-208EB5568F53}" dt="2025-11-18T02:50:40.730" v="2126" actId="21"/>
        <pc:sldMkLst>
          <pc:docMk/>
          <pc:sldMk cId="1079268811" sldId="275"/>
        </pc:sldMkLst>
        <pc:picChg chg="add mod">
          <ac:chgData name="Tychira Brown" userId="9b6f410b-acf1-4e1e-9612-30a5670f2623" providerId="ADAL" clId="{FFFC8F46-EC58-4D4D-8980-208EB5568F53}" dt="2025-11-18T02:50:02.601" v="2122" actId="1076"/>
          <ac:picMkLst>
            <pc:docMk/>
            <pc:sldMk cId="1079268811" sldId="275"/>
            <ac:picMk id="4" creationId="{EAB27366-C9BF-E34B-41F3-4A4D79BE5733}"/>
          </ac:picMkLst>
        </pc:picChg>
        <pc:picChg chg="add del mod">
          <ac:chgData name="Tychira Brown" userId="9b6f410b-acf1-4e1e-9612-30a5670f2623" providerId="ADAL" clId="{FFFC8F46-EC58-4D4D-8980-208EB5568F53}" dt="2025-11-18T02:50:40.730" v="2126" actId="21"/>
          <ac:picMkLst>
            <pc:docMk/>
            <pc:sldMk cId="1079268811" sldId="275"/>
            <ac:picMk id="6" creationId="{19BC1CE6-F2AC-366B-F8AA-3B8FA055779A}"/>
          </ac:picMkLst>
        </pc:picChg>
      </pc:sldChg>
      <pc:sldChg chg="addSp modSp add mod">
        <pc:chgData name="Tychira Brown" userId="9b6f410b-acf1-4e1e-9612-30a5670f2623" providerId="ADAL" clId="{FFFC8F46-EC58-4D4D-8980-208EB5568F53}" dt="2025-11-18T02:51:05.193" v="2133" actId="1076"/>
        <pc:sldMkLst>
          <pc:docMk/>
          <pc:sldMk cId="849758499" sldId="276"/>
        </pc:sldMkLst>
        <pc:picChg chg="add mod">
          <ac:chgData name="Tychira Brown" userId="9b6f410b-acf1-4e1e-9612-30a5670f2623" providerId="ADAL" clId="{FFFC8F46-EC58-4D4D-8980-208EB5568F53}" dt="2025-11-18T02:51:05.193" v="2133" actId="1076"/>
          <ac:picMkLst>
            <pc:docMk/>
            <pc:sldMk cId="849758499" sldId="276"/>
            <ac:picMk id="6" creationId="{19BC1CE6-F2AC-366B-F8AA-3B8FA055779A}"/>
          </ac:picMkLst>
        </pc:picChg>
      </pc:sldChg>
      <pc:sldChg chg="addSp modSp add mod">
        <pc:chgData name="Tychira Brown" userId="9b6f410b-acf1-4e1e-9612-30a5670f2623" providerId="ADAL" clId="{FFFC8F46-EC58-4D4D-8980-208EB5568F53}" dt="2025-11-18T02:53:13.358" v="2146" actId="1076"/>
        <pc:sldMkLst>
          <pc:docMk/>
          <pc:sldMk cId="458421043" sldId="277"/>
        </pc:sldMkLst>
        <pc:spChg chg="mod">
          <ac:chgData name="Tychira Brown" userId="9b6f410b-acf1-4e1e-9612-30a5670f2623" providerId="ADAL" clId="{FFFC8F46-EC58-4D4D-8980-208EB5568F53}" dt="2025-11-18T02:53:13.358" v="2146" actId="1076"/>
          <ac:spMkLst>
            <pc:docMk/>
            <pc:sldMk cId="458421043" sldId="277"/>
            <ac:spMk id="2" creationId="{5DD3B88A-9C15-0975-F4E3-43469C834830}"/>
          </ac:spMkLst>
        </pc:spChg>
        <pc:picChg chg="add mod">
          <ac:chgData name="Tychira Brown" userId="9b6f410b-acf1-4e1e-9612-30a5670f2623" providerId="ADAL" clId="{FFFC8F46-EC58-4D4D-8980-208EB5568F53}" dt="2025-11-18T02:52:52.850" v="2141" actId="14100"/>
          <ac:picMkLst>
            <pc:docMk/>
            <pc:sldMk cId="458421043" sldId="277"/>
            <ac:picMk id="4" creationId="{F166FFC5-EF91-8CF1-CD77-C4F6C801CED8}"/>
          </ac:picMkLst>
        </pc:picChg>
      </pc:sldChg>
      <pc:sldMasterChg chg="modTransition delSldLayout modSldLayout">
        <pc:chgData name="Tychira Brown" userId="9b6f410b-acf1-4e1e-9612-30a5670f2623" providerId="ADAL" clId="{FFFC8F46-EC58-4D4D-8980-208EB5568F53}" dt="2025-11-18T02:09:50.059" v="1936" actId="47"/>
        <pc:sldMasterMkLst>
          <pc:docMk/>
          <pc:sldMasterMk cId="0" sldId="2147483661"/>
        </pc:sldMasterMkLst>
        <pc:sldLayoutChg chg="modTransition">
          <pc:chgData name="Tychira Brown" userId="9b6f410b-acf1-4e1e-9612-30a5670f2623" providerId="ADAL" clId="{FFFC8F46-EC58-4D4D-8980-208EB5568F53}" dt="2025-11-16T08:24:18.463" v="1895"/>
          <pc:sldLayoutMkLst>
            <pc:docMk/>
            <pc:sldMasterMk cId="0" sldId="2147483661"/>
            <pc:sldLayoutMk cId="0" sldId="2147483648"/>
          </pc:sldLayoutMkLst>
        </pc:sldLayoutChg>
        <pc:sldLayoutChg chg="modTransition">
          <pc:chgData name="Tychira Brown" userId="9b6f410b-acf1-4e1e-9612-30a5670f2623" providerId="ADAL" clId="{FFFC8F46-EC58-4D4D-8980-208EB5568F53}" dt="2025-11-16T08:24:18.463" v="1895"/>
          <pc:sldLayoutMkLst>
            <pc:docMk/>
            <pc:sldMasterMk cId="0" sldId="2147483661"/>
            <pc:sldLayoutMk cId="0" sldId="2147483649"/>
          </pc:sldLayoutMkLst>
        </pc:sldLayoutChg>
        <pc:sldLayoutChg chg="modTransition">
          <pc:chgData name="Tychira Brown" userId="9b6f410b-acf1-4e1e-9612-30a5670f2623" providerId="ADAL" clId="{FFFC8F46-EC58-4D4D-8980-208EB5568F53}" dt="2025-11-16T08:24:18.463" v="1895"/>
          <pc:sldLayoutMkLst>
            <pc:docMk/>
            <pc:sldMasterMk cId="0" sldId="2147483661"/>
            <pc:sldLayoutMk cId="0" sldId="2147483650"/>
          </pc:sldLayoutMkLst>
        </pc:sldLayoutChg>
        <pc:sldLayoutChg chg="modTransition">
          <pc:chgData name="Tychira Brown" userId="9b6f410b-acf1-4e1e-9612-30a5670f2623" providerId="ADAL" clId="{FFFC8F46-EC58-4D4D-8980-208EB5568F53}" dt="2025-11-16T08:24:18.463" v="1895"/>
          <pc:sldLayoutMkLst>
            <pc:docMk/>
            <pc:sldMasterMk cId="0" sldId="2147483661"/>
            <pc:sldLayoutMk cId="0" sldId="2147483651"/>
          </pc:sldLayoutMkLst>
        </pc:sldLayoutChg>
        <pc:sldLayoutChg chg="modTransition">
          <pc:chgData name="Tychira Brown" userId="9b6f410b-acf1-4e1e-9612-30a5670f2623" providerId="ADAL" clId="{FFFC8F46-EC58-4D4D-8980-208EB5568F53}" dt="2025-11-16T08:24:18.463" v="1895"/>
          <pc:sldLayoutMkLst>
            <pc:docMk/>
            <pc:sldMasterMk cId="0" sldId="2147483661"/>
            <pc:sldLayoutMk cId="0" sldId="2147483652"/>
          </pc:sldLayoutMkLst>
        </pc:sldLayoutChg>
        <pc:sldLayoutChg chg="modTransition">
          <pc:chgData name="Tychira Brown" userId="9b6f410b-acf1-4e1e-9612-30a5670f2623" providerId="ADAL" clId="{FFFC8F46-EC58-4D4D-8980-208EB5568F53}" dt="2025-11-16T08:24:18.463" v="1895"/>
          <pc:sldLayoutMkLst>
            <pc:docMk/>
            <pc:sldMasterMk cId="0" sldId="2147483661"/>
            <pc:sldLayoutMk cId="0" sldId="2147483653"/>
          </pc:sldLayoutMkLst>
        </pc:sldLayoutChg>
        <pc:sldLayoutChg chg="modTransition">
          <pc:chgData name="Tychira Brown" userId="9b6f410b-acf1-4e1e-9612-30a5670f2623" providerId="ADAL" clId="{FFFC8F46-EC58-4D4D-8980-208EB5568F53}" dt="2025-11-16T08:24:18.463" v="1895"/>
          <pc:sldLayoutMkLst>
            <pc:docMk/>
            <pc:sldMasterMk cId="0" sldId="2147483661"/>
            <pc:sldLayoutMk cId="0" sldId="2147483654"/>
          </pc:sldLayoutMkLst>
        </pc:sldLayoutChg>
        <pc:sldLayoutChg chg="modTransition">
          <pc:chgData name="Tychira Brown" userId="9b6f410b-acf1-4e1e-9612-30a5670f2623" providerId="ADAL" clId="{FFFC8F46-EC58-4D4D-8980-208EB5568F53}" dt="2025-11-16T08:24:18.463" v="1895"/>
          <pc:sldLayoutMkLst>
            <pc:docMk/>
            <pc:sldMasterMk cId="0" sldId="2147483661"/>
            <pc:sldLayoutMk cId="0" sldId="2147483655"/>
          </pc:sldLayoutMkLst>
        </pc:sldLayoutChg>
        <pc:sldLayoutChg chg="modTransition">
          <pc:chgData name="Tychira Brown" userId="9b6f410b-acf1-4e1e-9612-30a5670f2623" providerId="ADAL" clId="{FFFC8F46-EC58-4D4D-8980-208EB5568F53}" dt="2025-11-16T08:24:18.463" v="1895"/>
          <pc:sldLayoutMkLst>
            <pc:docMk/>
            <pc:sldMasterMk cId="0" sldId="2147483661"/>
            <pc:sldLayoutMk cId="0" sldId="2147483656"/>
          </pc:sldLayoutMkLst>
        </pc:sldLayoutChg>
        <pc:sldLayoutChg chg="modTransition">
          <pc:chgData name="Tychira Brown" userId="9b6f410b-acf1-4e1e-9612-30a5670f2623" providerId="ADAL" clId="{FFFC8F46-EC58-4D4D-8980-208EB5568F53}" dt="2025-11-16T08:24:18.463" v="1895"/>
          <pc:sldLayoutMkLst>
            <pc:docMk/>
            <pc:sldMasterMk cId="0" sldId="2147483661"/>
            <pc:sldLayoutMk cId="0" sldId="2147483657"/>
          </pc:sldLayoutMkLst>
        </pc:sldLayoutChg>
        <pc:sldLayoutChg chg="modTransition">
          <pc:chgData name="Tychira Brown" userId="9b6f410b-acf1-4e1e-9612-30a5670f2623" providerId="ADAL" clId="{FFFC8F46-EC58-4D4D-8980-208EB5568F53}" dt="2025-11-16T08:24:18.463" v="1895"/>
          <pc:sldLayoutMkLst>
            <pc:docMk/>
            <pc:sldMasterMk cId="0" sldId="2147483661"/>
            <pc:sldLayoutMk cId="0" sldId="2147483658"/>
          </pc:sldLayoutMkLst>
        </pc:sldLayoutChg>
        <pc:sldLayoutChg chg="modTransition">
          <pc:chgData name="Tychira Brown" userId="9b6f410b-acf1-4e1e-9612-30a5670f2623" providerId="ADAL" clId="{FFFC8F46-EC58-4D4D-8980-208EB5568F53}" dt="2025-11-16T08:24:18.463" v="1895"/>
          <pc:sldLayoutMkLst>
            <pc:docMk/>
            <pc:sldMasterMk cId="0" sldId="2147483661"/>
            <pc:sldLayoutMk cId="0" sldId="2147483659"/>
          </pc:sldLayoutMkLst>
        </pc:sldLayoutChg>
        <pc:sldLayoutChg chg="del modTransition">
          <pc:chgData name="Tychira Brown" userId="9b6f410b-acf1-4e1e-9612-30a5670f2623" providerId="ADAL" clId="{FFFC8F46-EC58-4D4D-8980-208EB5568F53}" dt="2025-11-18T02:09:50.059" v="1936" actId="47"/>
          <pc:sldLayoutMkLst>
            <pc:docMk/>
            <pc:sldMasterMk cId="0" sldId="2147483661"/>
            <pc:sldLayoutMk cId="0" sldId="2147483660"/>
          </pc:sldLayoutMkLst>
        </pc:sldLayoutChg>
      </pc:sldMasterChg>
    </pc:docChg>
  </pc:docChgLst>
  <pc:docChgLst>
    <pc:chgData name="Tychira Brown" userId="9b6f410b-acf1-4e1e-9612-30a5670f2623" providerId="ADAL" clId="{69AC0D48-3E86-4B6E-8D0E-56651325AB48}"/>
    <pc:docChg chg="undo custSel modSld">
      <pc:chgData name="Tychira Brown" userId="9b6f410b-acf1-4e1e-9612-30a5670f2623" providerId="ADAL" clId="{69AC0D48-3E86-4B6E-8D0E-56651325AB48}" dt="2025-11-19T14:41:09.272" v="1" actId="1076"/>
      <pc:docMkLst>
        <pc:docMk/>
      </pc:docMkLst>
      <pc:sldChg chg="modSp mod">
        <pc:chgData name="Tychira Brown" userId="9b6f410b-acf1-4e1e-9612-30a5670f2623" providerId="ADAL" clId="{69AC0D48-3E86-4B6E-8D0E-56651325AB48}" dt="2025-11-19T14:41:09.272" v="1" actId="1076"/>
        <pc:sldMkLst>
          <pc:docMk/>
          <pc:sldMk cId="0" sldId="261"/>
        </pc:sldMkLst>
        <pc:graphicFrameChg chg="mod">
          <ac:chgData name="Tychira Brown" userId="9b6f410b-acf1-4e1e-9612-30a5670f2623" providerId="ADAL" clId="{69AC0D48-3E86-4B6E-8D0E-56651325AB48}" dt="2025-11-19T14:41:09.272" v="1" actId="1076"/>
          <ac:graphicFrameMkLst>
            <pc:docMk/>
            <pc:sldMk cId="0" sldId="261"/>
            <ac:graphicFrameMk id="11" creationId="{78C965D1-23C5-154A-1A47-FF27B85FF386}"/>
          </ac:graphicFrameMkLst>
        </pc:graphicFrameChg>
      </pc:sldChg>
    </pc:docChg>
  </pc:docChgLst>
  <pc:docChgLst>
    <pc:chgData name="Tychira Brown" userId="S::tbrown274@student.clayton.edu::9b6f410b-acf1-4e1e-9612-30a5670f2623" providerId="AD" clId="Web-{5DFCC152-CC7E-1526-FF29-FAC9CCDD507C}"/>
    <pc:docChg chg="delSld modSld sldOrd">
      <pc:chgData name="Tychira Brown" userId="S::tbrown274@student.clayton.edu::9b6f410b-acf1-4e1e-9612-30a5670f2623" providerId="AD" clId="Web-{5DFCC152-CC7E-1526-FF29-FAC9CCDD507C}" dt="2025-11-19T14:36:13.159" v="111" actId="1076"/>
      <pc:docMkLst>
        <pc:docMk/>
      </pc:docMkLst>
      <pc:sldChg chg="modSp">
        <pc:chgData name="Tychira Brown" userId="S::tbrown274@student.clayton.edu::9b6f410b-acf1-4e1e-9612-30a5670f2623" providerId="AD" clId="Web-{5DFCC152-CC7E-1526-FF29-FAC9CCDD507C}" dt="2025-11-19T14:29:40.221" v="8" actId="20577"/>
        <pc:sldMkLst>
          <pc:docMk/>
          <pc:sldMk cId="0" sldId="257"/>
        </pc:sldMkLst>
        <pc:graphicFrameChg chg="modGraphic">
          <ac:chgData name="Tychira Brown" userId="S::tbrown274@student.clayton.edu::9b6f410b-acf1-4e1e-9612-30a5670f2623" providerId="AD" clId="Web-{5DFCC152-CC7E-1526-FF29-FAC9CCDD507C}" dt="2025-11-19T14:29:40.221" v="8" actId="20577"/>
          <ac:graphicFrameMkLst>
            <pc:docMk/>
            <pc:sldMk cId="0" sldId="257"/>
            <ac:graphicFrameMk id="2" creationId="{585DE69C-5C28-47C0-0BAA-9EB5246FBFAA}"/>
          </ac:graphicFrameMkLst>
        </pc:graphicFrameChg>
      </pc:sldChg>
      <pc:sldChg chg="modSp">
        <pc:chgData name="Tychira Brown" userId="S::tbrown274@student.clayton.edu::9b6f410b-acf1-4e1e-9612-30a5670f2623" providerId="AD" clId="Web-{5DFCC152-CC7E-1526-FF29-FAC9CCDD507C}" dt="2025-11-19T14:33:08.034" v="31" actId="20577"/>
        <pc:sldMkLst>
          <pc:docMk/>
          <pc:sldMk cId="0" sldId="259"/>
        </pc:sldMkLst>
        <pc:graphicFrameChg chg="modGraphic">
          <ac:chgData name="Tychira Brown" userId="S::tbrown274@student.clayton.edu::9b6f410b-acf1-4e1e-9612-30a5670f2623" providerId="AD" clId="Web-{5DFCC152-CC7E-1526-FF29-FAC9CCDD507C}" dt="2025-11-19T14:33:08.034" v="31" actId="20577"/>
          <ac:graphicFrameMkLst>
            <pc:docMk/>
            <pc:sldMk cId="0" sldId="259"/>
            <ac:graphicFrameMk id="2" creationId="{CF4F30F7-AF21-CDB3-F40A-D0B6D2784589}"/>
          </ac:graphicFrameMkLst>
        </pc:graphicFrameChg>
      </pc:sldChg>
      <pc:sldChg chg="modSp">
        <pc:chgData name="Tychira Brown" userId="S::tbrown274@student.clayton.edu::9b6f410b-acf1-4e1e-9612-30a5670f2623" providerId="AD" clId="Web-{5DFCC152-CC7E-1526-FF29-FAC9CCDD507C}" dt="2025-11-19T14:35:50.284" v="110" actId="20577"/>
        <pc:sldMkLst>
          <pc:docMk/>
          <pc:sldMk cId="0" sldId="260"/>
        </pc:sldMkLst>
        <pc:graphicFrameChg chg="modGraphic">
          <ac:chgData name="Tychira Brown" userId="S::tbrown274@student.clayton.edu::9b6f410b-acf1-4e1e-9612-30a5670f2623" providerId="AD" clId="Web-{5DFCC152-CC7E-1526-FF29-FAC9CCDD507C}" dt="2025-11-19T14:35:50.284" v="110" actId="20577"/>
          <ac:graphicFrameMkLst>
            <pc:docMk/>
            <pc:sldMk cId="0" sldId="260"/>
            <ac:graphicFrameMk id="2" creationId="{86F09886-B607-C3EF-961D-9C12179BB063}"/>
          </ac:graphicFrameMkLst>
        </pc:graphicFrameChg>
      </pc:sldChg>
      <pc:sldChg chg="modSp">
        <pc:chgData name="Tychira Brown" userId="S::tbrown274@student.clayton.edu::9b6f410b-acf1-4e1e-9612-30a5670f2623" providerId="AD" clId="Web-{5DFCC152-CC7E-1526-FF29-FAC9CCDD507C}" dt="2025-11-19T14:35:22.316" v="90" actId="1076"/>
        <pc:sldMkLst>
          <pc:docMk/>
          <pc:sldMk cId="0" sldId="261"/>
        </pc:sldMkLst>
        <pc:graphicFrameChg chg="mod modGraphic">
          <ac:chgData name="Tychira Brown" userId="S::tbrown274@student.clayton.edu::9b6f410b-acf1-4e1e-9612-30a5670f2623" providerId="AD" clId="Web-{5DFCC152-CC7E-1526-FF29-FAC9CCDD507C}" dt="2025-11-19T14:35:22.316" v="90" actId="1076"/>
          <ac:graphicFrameMkLst>
            <pc:docMk/>
            <pc:sldMk cId="0" sldId="261"/>
            <ac:graphicFrameMk id="11" creationId="{78C965D1-23C5-154A-1A47-FF27B85FF386}"/>
          </ac:graphicFrameMkLst>
        </pc:graphicFrameChg>
        <pc:graphicFrameChg chg="modGraphic">
          <ac:chgData name="Tychira Brown" userId="S::tbrown274@student.clayton.edu::9b6f410b-acf1-4e1e-9612-30a5670f2623" providerId="AD" clId="Web-{5DFCC152-CC7E-1526-FF29-FAC9CCDD507C}" dt="2025-11-19T14:34:07.644" v="58" actId="20577"/>
          <ac:graphicFrameMkLst>
            <pc:docMk/>
            <pc:sldMk cId="0" sldId="261"/>
            <ac:graphicFrameMk id="12" creationId="{0956F7E1-021D-C534-7B43-4C060B4703AB}"/>
          </ac:graphicFrameMkLst>
        </pc:graphicFrameChg>
        <pc:graphicFrameChg chg="modGraphic">
          <ac:chgData name="Tychira Brown" userId="S::tbrown274@student.clayton.edu::9b6f410b-acf1-4e1e-9612-30a5670f2623" providerId="AD" clId="Web-{5DFCC152-CC7E-1526-FF29-FAC9CCDD507C}" dt="2025-11-19T14:34:50.565" v="83" actId="20577"/>
          <ac:graphicFrameMkLst>
            <pc:docMk/>
            <pc:sldMk cId="0" sldId="261"/>
            <ac:graphicFrameMk id="13" creationId="{67300C60-DCB2-BC31-0B32-4AD2A3C05B0F}"/>
          </ac:graphicFrameMkLst>
        </pc:graphicFrameChg>
      </pc:sldChg>
      <pc:sldChg chg="modSp">
        <pc:chgData name="Tychira Brown" userId="S::tbrown274@student.clayton.edu::9b6f410b-acf1-4e1e-9612-30a5670f2623" providerId="AD" clId="Web-{5DFCC152-CC7E-1526-FF29-FAC9CCDD507C}" dt="2025-11-19T14:36:13.159" v="111" actId="1076"/>
        <pc:sldMkLst>
          <pc:docMk/>
          <pc:sldMk cId="0" sldId="262"/>
        </pc:sldMkLst>
        <pc:grpChg chg="mod">
          <ac:chgData name="Tychira Brown" userId="S::tbrown274@student.clayton.edu::9b6f410b-acf1-4e1e-9612-30a5670f2623" providerId="AD" clId="Web-{5DFCC152-CC7E-1526-FF29-FAC9CCDD507C}" dt="2025-11-19T14:36:13.159" v="111" actId="1076"/>
          <ac:grpSpMkLst>
            <pc:docMk/>
            <pc:sldMk cId="0" sldId="262"/>
            <ac:grpSpMk id="342" creationId="{00000000-0000-0000-0000-000000000000}"/>
          </ac:grpSpMkLst>
        </pc:grpChg>
      </pc:sldChg>
      <pc:sldChg chg="del">
        <pc:chgData name="Tychira Brown" userId="S::tbrown274@student.clayton.edu::9b6f410b-acf1-4e1e-9612-30a5670f2623" providerId="AD" clId="Web-{5DFCC152-CC7E-1526-FF29-FAC9CCDD507C}" dt="2025-11-19T14:29:42.128" v="9"/>
        <pc:sldMkLst>
          <pc:docMk/>
          <pc:sldMk cId="0" sldId="263"/>
        </pc:sldMkLst>
      </pc:sldChg>
      <pc:sldChg chg="modSp">
        <pc:chgData name="Tychira Brown" userId="S::tbrown274@student.clayton.edu::9b6f410b-acf1-4e1e-9612-30a5670f2623" providerId="AD" clId="Web-{5DFCC152-CC7E-1526-FF29-FAC9CCDD507C}" dt="2025-11-19T14:31:37.878" v="29" actId="20577"/>
        <pc:sldMkLst>
          <pc:docMk/>
          <pc:sldMk cId="0" sldId="266"/>
        </pc:sldMkLst>
        <pc:graphicFrameChg chg="modGraphic">
          <ac:chgData name="Tychira Brown" userId="S::tbrown274@student.clayton.edu::9b6f410b-acf1-4e1e-9612-30a5670f2623" providerId="AD" clId="Web-{5DFCC152-CC7E-1526-FF29-FAC9CCDD507C}" dt="2025-11-19T14:31:37.878" v="29" actId="20577"/>
          <ac:graphicFrameMkLst>
            <pc:docMk/>
            <pc:sldMk cId="0" sldId="266"/>
            <ac:graphicFrameMk id="2" creationId="{985DB038-44BC-EEA1-3A86-CAF4B29402A3}"/>
          </ac:graphicFrameMkLst>
        </pc:graphicFrameChg>
      </pc:sldChg>
      <pc:sldChg chg="ord">
        <pc:chgData name="Tychira Brown" userId="S::tbrown274@student.clayton.edu::9b6f410b-acf1-4e1e-9612-30a5670f2623" providerId="AD" clId="Web-{5DFCC152-CC7E-1526-FF29-FAC9CCDD507C}" dt="2025-11-19T14:30:47.378" v="12"/>
        <pc:sldMkLst>
          <pc:docMk/>
          <pc:sldMk cId="3046480688" sldId="271"/>
        </pc:sldMkLst>
      </pc:sldChg>
      <pc:sldChg chg="ord">
        <pc:chgData name="Tychira Brown" userId="S::tbrown274@student.clayton.edu::9b6f410b-acf1-4e1e-9612-30a5670f2623" providerId="AD" clId="Web-{5DFCC152-CC7E-1526-FF29-FAC9CCDD507C}" dt="2025-11-19T14:30:54.909" v="13"/>
        <pc:sldMkLst>
          <pc:docMk/>
          <pc:sldMk cId="1504481922" sldId="27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B924F1-FE58-4D66-8325-C881405F0DFA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C4871E40-5A32-42EB-8600-9B0FD328ADBD}">
      <dgm:prSet/>
      <dgm:spPr/>
      <dgm:t>
        <a:bodyPr/>
        <a:lstStyle/>
        <a:p>
          <a:r>
            <a:rPr lang="en-US" b="0" i="0">
              <a:solidFill>
                <a:schemeClr val="accent5">
                  <a:lumMod val="75000"/>
                </a:schemeClr>
              </a:solidFill>
            </a:rPr>
            <a:t>Introduction</a:t>
          </a:r>
        </a:p>
      </dgm:t>
    </dgm:pt>
    <dgm:pt modelId="{60C5BA24-EB7A-4F83-B416-6DDCAEC89122}" type="parTrans" cxnId="{A3ACE678-3C83-45F2-B92A-E9B252679CA0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2F4D8369-7985-48A0-B9CB-77693B2144E8}" type="sibTrans" cxnId="{A3ACE678-3C83-45F2-B92A-E9B252679CA0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C4621706-EA5D-4F21-BA11-D4C05624EF66}">
      <dgm:prSet/>
      <dgm:spPr/>
      <dgm:t>
        <a:bodyPr/>
        <a:lstStyle/>
        <a:p>
          <a:r>
            <a:rPr lang="en-US">
              <a:solidFill>
                <a:schemeClr val="accent5">
                  <a:lumMod val="75000"/>
                </a:schemeClr>
              </a:solidFill>
            </a:rPr>
            <a:t>Background &amp; Problem Statement</a:t>
          </a:r>
        </a:p>
      </dgm:t>
    </dgm:pt>
    <dgm:pt modelId="{E36E3DFB-8ECF-45F1-9013-2AC38DF0F4F6}" type="parTrans" cxnId="{680C2CE0-470B-46A1-951A-430B8C0227ED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E5079AF4-A5CD-4F80-9D61-591EBE7C685E}" type="sibTrans" cxnId="{680C2CE0-470B-46A1-951A-430B8C0227ED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7B88DBEB-CFA7-4D39-A8BF-ECD658CF1AB1}">
      <dgm:prSet/>
      <dgm:spPr/>
      <dgm:t>
        <a:bodyPr/>
        <a:lstStyle/>
        <a:p>
          <a:r>
            <a:rPr lang="en-US">
              <a:solidFill>
                <a:schemeClr val="accent5">
                  <a:lumMod val="75000"/>
                </a:schemeClr>
              </a:solidFill>
            </a:rPr>
            <a:t>Research Objectives &amp; Question</a:t>
          </a:r>
        </a:p>
      </dgm:t>
    </dgm:pt>
    <dgm:pt modelId="{83615728-01DB-46F4-9ED2-2ADE43540FEF}" type="parTrans" cxnId="{48459346-08B8-4C29-98CE-F82277E15DB8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7A7BE762-D596-46E4-89B4-325C685495D9}" type="sibTrans" cxnId="{48459346-08B8-4C29-98CE-F82277E15DB8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84819705-BA66-4479-AC80-0E3887D17B68}">
      <dgm:prSet/>
      <dgm:spPr/>
      <dgm:t>
        <a:bodyPr/>
        <a:lstStyle/>
        <a:p>
          <a:r>
            <a:rPr lang="en-US">
              <a:solidFill>
                <a:schemeClr val="accent5">
                  <a:lumMod val="75000"/>
                </a:schemeClr>
              </a:solidFill>
            </a:rPr>
            <a:t>Research </a:t>
          </a:r>
          <a:r>
            <a:rPr lang="en-US">
              <a:solidFill>
                <a:schemeClr val="accent5">
                  <a:lumMod val="75000"/>
                </a:schemeClr>
              </a:solidFill>
              <a:latin typeface="Arial"/>
            </a:rPr>
            <a:t>Methods</a:t>
          </a:r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108BE99A-6C2B-4B36-86FE-29EA301A7BAB}" type="parTrans" cxnId="{8135474D-9352-4B7B-B827-C2A12D96F173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766D2EC5-684A-4098-9276-1E9059FFD10A}" type="sibTrans" cxnId="{8135474D-9352-4B7B-B827-C2A12D96F173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F2BC9FB3-F545-4A66-A321-2A8DC2FE7AF0}">
      <dgm:prSet/>
      <dgm:spPr/>
      <dgm:t>
        <a:bodyPr/>
        <a:lstStyle/>
        <a:p>
          <a:r>
            <a:rPr lang="en-US">
              <a:solidFill>
                <a:schemeClr val="accent5">
                  <a:lumMod val="75000"/>
                </a:schemeClr>
              </a:solidFill>
            </a:rPr>
            <a:t>Functional Requirements</a:t>
          </a:r>
        </a:p>
      </dgm:t>
    </dgm:pt>
    <dgm:pt modelId="{8F4EE5FE-417D-446A-B25A-99A7FC523EE0}" type="parTrans" cxnId="{01934A2D-F4F8-4374-8375-7CE56B7B3A32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F5709B36-AF6F-45F0-A78A-7567C13F32E8}" type="sibTrans" cxnId="{01934A2D-F4F8-4374-8375-7CE56B7B3A32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41D045B9-B945-4428-8074-C0A98DE634BB}">
      <dgm:prSet/>
      <dgm:spPr/>
      <dgm:t>
        <a:bodyPr/>
        <a:lstStyle/>
        <a:p>
          <a:r>
            <a:rPr lang="en-US">
              <a:solidFill>
                <a:schemeClr val="accent5">
                  <a:lumMod val="75000"/>
                </a:schemeClr>
              </a:solidFill>
            </a:rPr>
            <a:t>Non-Functional Requirements</a:t>
          </a:r>
        </a:p>
      </dgm:t>
    </dgm:pt>
    <dgm:pt modelId="{F5437BD6-5B55-4EB3-8FB4-06564C8A507F}" type="parTrans" cxnId="{AB62A788-E81C-4D02-B5BB-E45C08B0D178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93B98D32-A9B2-42AB-B11B-FAF337F6A85D}" type="sibTrans" cxnId="{AB62A788-E81C-4D02-B5BB-E45C08B0D178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069D9E49-C692-403C-9F48-A8104F81CFD7}">
      <dgm:prSet/>
      <dgm:spPr/>
      <dgm:t>
        <a:bodyPr/>
        <a:lstStyle/>
        <a:p>
          <a:r>
            <a:rPr lang="en-US">
              <a:solidFill>
                <a:schemeClr val="accent5">
                  <a:lumMod val="75000"/>
                </a:schemeClr>
              </a:solidFill>
            </a:rPr>
            <a:t>System Architecture &amp; Design</a:t>
          </a:r>
        </a:p>
      </dgm:t>
    </dgm:pt>
    <dgm:pt modelId="{FD62CBE8-8678-448B-9C14-C76D7FECC700}" type="parTrans" cxnId="{E8588BDD-29F1-4891-9396-A77DA8415623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9A9609FD-056C-4BBA-8000-6B193B0897F6}" type="sibTrans" cxnId="{E8588BDD-29F1-4891-9396-A77DA8415623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30DED0B0-D2DE-4427-B39E-9CB7AADD4211}">
      <dgm:prSet/>
      <dgm:spPr/>
      <dgm:t>
        <a:bodyPr/>
        <a:lstStyle/>
        <a:p>
          <a:r>
            <a:rPr lang="en-US">
              <a:solidFill>
                <a:schemeClr val="accent5">
                  <a:lumMod val="75000"/>
                </a:schemeClr>
              </a:solidFill>
            </a:rPr>
            <a:t>Implementation Timeline &amp; Conclusions</a:t>
          </a:r>
        </a:p>
      </dgm:t>
    </dgm:pt>
    <dgm:pt modelId="{214A93D0-52D0-4925-838E-45ED619FD09B}" type="parTrans" cxnId="{46361893-FB28-42FA-81DA-E493B781E3CE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7B724F05-594B-498B-8C48-B73F784928B7}" type="sibTrans" cxnId="{46361893-FB28-42FA-81DA-E493B781E3CE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DDE2C476-C264-4904-99B7-1A1E3BCB0AA3}">
      <dgm:prSet/>
      <dgm:spPr/>
      <dgm:t>
        <a:bodyPr/>
        <a:lstStyle/>
        <a:p>
          <a:r>
            <a:rPr lang="en-US">
              <a:solidFill>
                <a:schemeClr val="accent5">
                  <a:lumMod val="75000"/>
                </a:schemeClr>
              </a:solidFill>
            </a:rPr>
            <a:t>References</a:t>
          </a:r>
        </a:p>
      </dgm:t>
    </dgm:pt>
    <dgm:pt modelId="{07B52574-5B15-445F-9B4D-D564DE3181B8}" type="parTrans" cxnId="{65DA62DA-C2F3-4949-B3B8-E3BA430293D3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2AB8C108-286F-4C2A-B1CD-5BD362FB063D}" type="sibTrans" cxnId="{65DA62DA-C2F3-4949-B3B8-E3BA430293D3}">
      <dgm:prSet/>
      <dgm:spPr/>
      <dgm:t>
        <a:bodyPr/>
        <a:lstStyle/>
        <a:p>
          <a:endParaRPr lang="en-US">
            <a:solidFill>
              <a:schemeClr val="accent5">
                <a:lumMod val="75000"/>
              </a:schemeClr>
            </a:solidFill>
          </a:endParaRPr>
        </a:p>
      </dgm:t>
    </dgm:pt>
    <dgm:pt modelId="{EDE19212-793B-4B09-8482-59203DA4CA3D}" type="pres">
      <dgm:prSet presAssocID="{06B924F1-FE58-4D66-8325-C881405F0DFA}" presName="vert0" presStyleCnt="0">
        <dgm:presLayoutVars>
          <dgm:dir/>
          <dgm:animOne val="branch"/>
          <dgm:animLvl val="lvl"/>
        </dgm:presLayoutVars>
      </dgm:prSet>
      <dgm:spPr/>
    </dgm:pt>
    <dgm:pt modelId="{9B4D4BDC-3F1D-4ED7-8781-1AF411BE9269}" type="pres">
      <dgm:prSet presAssocID="{C4871E40-5A32-42EB-8600-9B0FD328ADBD}" presName="thickLine" presStyleLbl="alignNode1" presStyleIdx="0" presStyleCnt="9"/>
      <dgm:spPr/>
    </dgm:pt>
    <dgm:pt modelId="{EDA377B1-EB0D-43A1-AF01-432F6C2AC71B}" type="pres">
      <dgm:prSet presAssocID="{C4871E40-5A32-42EB-8600-9B0FD328ADBD}" presName="horz1" presStyleCnt="0"/>
      <dgm:spPr/>
    </dgm:pt>
    <dgm:pt modelId="{2BA3D0B6-9AF6-434A-B7EB-6E88E19A8A0D}" type="pres">
      <dgm:prSet presAssocID="{C4871E40-5A32-42EB-8600-9B0FD328ADBD}" presName="tx1" presStyleLbl="revTx" presStyleIdx="0" presStyleCnt="9"/>
      <dgm:spPr/>
    </dgm:pt>
    <dgm:pt modelId="{C308C1FA-D8BD-4911-A2F4-8F3C51E6A8AA}" type="pres">
      <dgm:prSet presAssocID="{C4871E40-5A32-42EB-8600-9B0FD328ADBD}" presName="vert1" presStyleCnt="0"/>
      <dgm:spPr/>
    </dgm:pt>
    <dgm:pt modelId="{CA0BBE6C-A060-49C9-839F-ADA9F0E3BC2B}" type="pres">
      <dgm:prSet presAssocID="{C4621706-EA5D-4F21-BA11-D4C05624EF66}" presName="thickLine" presStyleLbl="alignNode1" presStyleIdx="1" presStyleCnt="9"/>
      <dgm:spPr/>
    </dgm:pt>
    <dgm:pt modelId="{189727B7-38EB-4005-A57E-51CD403142E1}" type="pres">
      <dgm:prSet presAssocID="{C4621706-EA5D-4F21-BA11-D4C05624EF66}" presName="horz1" presStyleCnt="0"/>
      <dgm:spPr/>
    </dgm:pt>
    <dgm:pt modelId="{0E739F91-AD5B-4E87-8B45-36695945D18B}" type="pres">
      <dgm:prSet presAssocID="{C4621706-EA5D-4F21-BA11-D4C05624EF66}" presName="tx1" presStyleLbl="revTx" presStyleIdx="1" presStyleCnt="9"/>
      <dgm:spPr/>
    </dgm:pt>
    <dgm:pt modelId="{D0B63551-4708-43B0-A10F-B29DE06DF336}" type="pres">
      <dgm:prSet presAssocID="{C4621706-EA5D-4F21-BA11-D4C05624EF66}" presName="vert1" presStyleCnt="0"/>
      <dgm:spPr/>
    </dgm:pt>
    <dgm:pt modelId="{53875268-1863-4CF7-BE27-CFC650AD6624}" type="pres">
      <dgm:prSet presAssocID="{7B88DBEB-CFA7-4D39-A8BF-ECD658CF1AB1}" presName="thickLine" presStyleLbl="alignNode1" presStyleIdx="2" presStyleCnt="9"/>
      <dgm:spPr/>
    </dgm:pt>
    <dgm:pt modelId="{3586A325-F414-4DF2-807F-4E44C8A5F484}" type="pres">
      <dgm:prSet presAssocID="{7B88DBEB-CFA7-4D39-A8BF-ECD658CF1AB1}" presName="horz1" presStyleCnt="0"/>
      <dgm:spPr/>
    </dgm:pt>
    <dgm:pt modelId="{1180BFAD-3103-4172-9356-F74C749517EE}" type="pres">
      <dgm:prSet presAssocID="{7B88DBEB-CFA7-4D39-A8BF-ECD658CF1AB1}" presName="tx1" presStyleLbl="revTx" presStyleIdx="2" presStyleCnt="9"/>
      <dgm:spPr/>
    </dgm:pt>
    <dgm:pt modelId="{9C519680-6321-47D1-8723-8418049FCA80}" type="pres">
      <dgm:prSet presAssocID="{7B88DBEB-CFA7-4D39-A8BF-ECD658CF1AB1}" presName="vert1" presStyleCnt="0"/>
      <dgm:spPr/>
    </dgm:pt>
    <dgm:pt modelId="{B4B4F54C-801F-4B09-AA3D-A9F1DBAC479F}" type="pres">
      <dgm:prSet presAssocID="{84819705-BA66-4479-AC80-0E3887D17B68}" presName="thickLine" presStyleLbl="alignNode1" presStyleIdx="3" presStyleCnt="9"/>
      <dgm:spPr/>
    </dgm:pt>
    <dgm:pt modelId="{7ECD2464-F160-433E-8840-6CDCC84ABCF3}" type="pres">
      <dgm:prSet presAssocID="{84819705-BA66-4479-AC80-0E3887D17B68}" presName="horz1" presStyleCnt="0"/>
      <dgm:spPr/>
    </dgm:pt>
    <dgm:pt modelId="{29F1BCB0-F7C2-418E-ADB2-C88E7BC35E16}" type="pres">
      <dgm:prSet presAssocID="{84819705-BA66-4479-AC80-0E3887D17B68}" presName="tx1" presStyleLbl="revTx" presStyleIdx="3" presStyleCnt="9"/>
      <dgm:spPr/>
    </dgm:pt>
    <dgm:pt modelId="{6A70A9DC-8963-49CC-AFDE-A591CF44E503}" type="pres">
      <dgm:prSet presAssocID="{84819705-BA66-4479-AC80-0E3887D17B68}" presName="vert1" presStyleCnt="0"/>
      <dgm:spPr/>
    </dgm:pt>
    <dgm:pt modelId="{5AB237F8-211D-49E2-A9EC-A06C928E8638}" type="pres">
      <dgm:prSet presAssocID="{F2BC9FB3-F545-4A66-A321-2A8DC2FE7AF0}" presName="thickLine" presStyleLbl="alignNode1" presStyleIdx="4" presStyleCnt="9"/>
      <dgm:spPr/>
    </dgm:pt>
    <dgm:pt modelId="{53EF1807-C1B1-4ECB-B982-157361E57D9B}" type="pres">
      <dgm:prSet presAssocID="{F2BC9FB3-F545-4A66-A321-2A8DC2FE7AF0}" presName="horz1" presStyleCnt="0"/>
      <dgm:spPr/>
    </dgm:pt>
    <dgm:pt modelId="{83FCDA96-AA73-4146-9BB5-1B313A6958F0}" type="pres">
      <dgm:prSet presAssocID="{F2BC9FB3-F545-4A66-A321-2A8DC2FE7AF0}" presName="tx1" presStyleLbl="revTx" presStyleIdx="4" presStyleCnt="9"/>
      <dgm:spPr/>
    </dgm:pt>
    <dgm:pt modelId="{96A466D5-953D-4A66-83E9-15E42A6E3D99}" type="pres">
      <dgm:prSet presAssocID="{F2BC9FB3-F545-4A66-A321-2A8DC2FE7AF0}" presName="vert1" presStyleCnt="0"/>
      <dgm:spPr/>
    </dgm:pt>
    <dgm:pt modelId="{1729E868-7F59-4655-802B-CA67AF9CA12B}" type="pres">
      <dgm:prSet presAssocID="{41D045B9-B945-4428-8074-C0A98DE634BB}" presName="thickLine" presStyleLbl="alignNode1" presStyleIdx="5" presStyleCnt="9"/>
      <dgm:spPr/>
    </dgm:pt>
    <dgm:pt modelId="{AB3ECF79-6CD0-4629-AC1C-DBE0B92CB91A}" type="pres">
      <dgm:prSet presAssocID="{41D045B9-B945-4428-8074-C0A98DE634BB}" presName="horz1" presStyleCnt="0"/>
      <dgm:spPr/>
    </dgm:pt>
    <dgm:pt modelId="{211CA31B-1B60-4EB3-AB17-C547F02C20F1}" type="pres">
      <dgm:prSet presAssocID="{41D045B9-B945-4428-8074-C0A98DE634BB}" presName="tx1" presStyleLbl="revTx" presStyleIdx="5" presStyleCnt="9"/>
      <dgm:spPr/>
    </dgm:pt>
    <dgm:pt modelId="{E691D857-F8E6-43AB-93AD-27C30913F620}" type="pres">
      <dgm:prSet presAssocID="{41D045B9-B945-4428-8074-C0A98DE634BB}" presName="vert1" presStyleCnt="0"/>
      <dgm:spPr/>
    </dgm:pt>
    <dgm:pt modelId="{22629B05-EB6F-47A8-9AF3-EAE90AF7B9CA}" type="pres">
      <dgm:prSet presAssocID="{069D9E49-C692-403C-9F48-A8104F81CFD7}" presName="thickLine" presStyleLbl="alignNode1" presStyleIdx="6" presStyleCnt="9"/>
      <dgm:spPr/>
    </dgm:pt>
    <dgm:pt modelId="{A7D006B5-53B7-41E1-BC1F-1D1A9F052E7B}" type="pres">
      <dgm:prSet presAssocID="{069D9E49-C692-403C-9F48-A8104F81CFD7}" presName="horz1" presStyleCnt="0"/>
      <dgm:spPr/>
    </dgm:pt>
    <dgm:pt modelId="{1318C483-1E9C-4C4C-9A9A-0EA21FAD8C93}" type="pres">
      <dgm:prSet presAssocID="{069D9E49-C692-403C-9F48-A8104F81CFD7}" presName="tx1" presStyleLbl="revTx" presStyleIdx="6" presStyleCnt="9"/>
      <dgm:spPr/>
    </dgm:pt>
    <dgm:pt modelId="{BBC21F46-26F3-4DD0-9528-BADCA3EF39DC}" type="pres">
      <dgm:prSet presAssocID="{069D9E49-C692-403C-9F48-A8104F81CFD7}" presName="vert1" presStyleCnt="0"/>
      <dgm:spPr/>
    </dgm:pt>
    <dgm:pt modelId="{D93E22B8-B3DC-4843-9FBB-F734200580B6}" type="pres">
      <dgm:prSet presAssocID="{30DED0B0-D2DE-4427-B39E-9CB7AADD4211}" presName="thickLine" presStyleLbl="alignNode1" presStyleIdx="7" presStyleCnt="9"/>
      <dgm:spPr/>
    </dgm:pt>
    <dgm:pt modelId="{5FF3210A-CE04-4021-BC8A-C97CBA855B07}" type="pres">
      <dgm:prSet presAssocID="{30DED0B0-D2DE-4427-B39E-9CB7AADD4211}" presName="horz1" presStyleCnt="0"/>
      <dgm:spPr/>
    </dgm:pt>
    <dgm:pt modelId="{0F3C4A6E-3B5E-4766-B0BC-E785AB7859EB}" type="pres">
      <dgm:prSet presAssocID="{30DED0B0-D2DE-4427-B39E-9CB7AADD4211}" presName="tx1" presStyleLbl="revTx" presStyleIdx="7" presStyleCnt="9"/>
      <dgm:spPr/>
    </dgm:pt>
    <dgm:pt modelId="{343E8C22-106E-4421-A0E4-FEE2042A1C39}" type="pres">
      <dgm:prSet presAssocID="{30DED0B0-D2DE-4427-B39E-9CB7AADD4211}" presName="vert1" presStyleCnt="0"/>
      <dgm:spPr/>
    </dgm:pt>
    <dgm:pt modelId="{59998B7E-D048-408C-8D83-D3953B760AA8}" type="pres">
      <dgm:prSet presAssocID="{DDE2C476-C264-4904-99B7-1A1E3BCB0AA3}" presName="thickLine" presStyleLbl="alignNode1" presStyleIdx="8" presStyleCnt="9"/>
      <dgm:spPr/>
    </dgm:pt>
    <dgm:pt modelId="{46C8C22C-A687-4982-A1B6-3C66DA9623B0}" type="pres">
      <dgm:prSet presAssocID="{DDE2C476-C264-4904-99B7-1A1E3BCB0AA3}" presName="horz1" presStyleCnt="0"/>
      <dgm:spPr/>
    </dgm:pt>
    <dgm:pt modelId="{61055A08-4AAB-4175-BA32-D9CD26BD40DC}" type="pres">
      <dgm:prSet presAssocID="{DDE2C476-C264-4904-99B7-1A1E3BCB0AA3}" presName="tx1" presStyleLbl="revTx" presStyleIdx="8" presStyleCnt="9"/>
      <dgm:spPr/>
    </dgm:pt>
    <dgm:pt modelId="{0FFE9800-CA36-4145-AEFA-4A0F5F099B9A}" type="pres">
      <dgm:prSet presAssocID="{DDE2C476-C264-4904-99B7-1A1E3BCB0AA3}" presName="vert1" presStyleCnt="0"/>
      <dgm:spPr/>
    </dgm:pt>
  </dgm:ptLst>
  <dgm:cxnLst>
    <dgm:cxn modelId="{28B23806-3003-4A76-B686-C8A59919428C}" type="presOf" srcId="{84819705-BA66-4479-AC80-0E3887D17B68}" destId="{29F1BCB0-F7C2-418E-ADB2-C88E7BC35E16}" srcOrd="0" destOrd="0" presId="urn:microsoft.com/office/officeart/2008/layout/LinedList"/>
    <dgm:cxn modelId="{8C34D716-95BC-4907-85EB-729A2BD60E48}" type="presOf" srcId="{7B88DBEB-CFA7-4D39-A8BF-ECD658CF1AB1}" destId="{1180BFAD-3103-4172-9356-F74C749517EE}" srcOrd="0" destOrd="0" presId="urn:microsoft.com/office/officeart/2008/layout/LinedList"/>
    <dgm:cxn modelId="{01934A2D-F4F8-4374-8375-7CE56B7B3A32}" srcId="{06B924F1-FE58-4D66-8325-C881405F0DFA}" destId="{F2BC9FB3-F545-4A66-A321-2A8DC2FE7AF0}" srcOrd="4" destOrd="0" parTransId="{8F4EE5FE-417D-446A-B25A-99A7FC523EE0}" sibTransId="{F5709B36-AF6F-45F0-A78A-7567C13F32E8}"/>
    <dgm:cxn modelId="{48459346-08B8-4C29-98CE-F82277E15DB8}" srcId="{06B924F1-FE58-4D66-8325-C881405F0DFA}" destId="{7B88DBEB-CFA7-4D39-A8BF-ECD658CF1AB1}" srcOrd="2" destOrd="0" parTransId="{83615728-01DB-46F4-9ED2-2ADE43540FEF}" sibTransId="{7A7BE762-D596-46E4-89B4-325C685495D9}"/>
    <dgm:cxn modelId="{5C118F6C-3256-4E4B-A8CF-2422BC6C2BFE}" type="presOf" srcId="{30DED0B0-D2DE-4427-B39E-9CB7AADD4211}" destId="{0F3C4A6E-3B5E-4766-B0BC-E785AB7859EB}" srcOrd="0" destOrd="0" presId="urn:microsoft.com/office/officeart/2008/layout/LinedList"/>
    <dgm:cxn modelId="{8135474D-9352-4B7B-B827-C2A12D96F173}" srcId="{06B924F1-FE58-4D66-8325-C881405F0DFA}" destId="{84819705-BA66-4479-AC80-0E3887D17B68}" srcOrd="3" destOrd="0" parTransId="{108BE99A-6C2B-4B36-86FE-29EA301A7BAB}" sibTransId="{766D2EC5-684A-4098-9276-1E9059FFD10A}"/>
    <dgm:cxn modelId="{2D7D4D54-BDF7-43FC-B8F1-87E1BF9F2B0D}" type="presOf" srcId="{06B924F1-FE58-4D66-8325-C881405F0DFA}" destId="{EDE19212-793B-4B09-8482-59203DA4CA3D}" srcOrd="0" destOrd="0" presId="urn:microsoft.com/office/officeart/2008/layout/LinedList"/>
    <dgm:cxn modelId="{83A1D674-8E8A-4704-8AFD-2313E4A4CA89}" type="presOf" srcId="{41D045B9-B945-4428-8074-C0A98DE634BB}" destId="{211CA31B-1B60-4EB3-AB17-C547F02C20F1}" srcOrd="0" destOrd="0" presId="urn:microsoft.com/office/officeart/2008/layout/LinedList"/>
    <dgm:cxn modelId="{A3ACE678-3C83-45F2-B92A-E9B252679CA0}" srcId="{06B924F1-FE58-4D66-8325-C881405F0DFA}" destId="{C4871E40-5A32-42EB-8600-9B0FD328ADBD}" srcOrd="0" destOrd="0" parTransId="{60C5BA24-EB7A-4F83-B416-6DDCAEC89122}" sibTransId="{2F4D8369-7985-48A0-B9CB-77693B2144E8}"/>
    <dgm:cxn modelId="{128FC183-3EFC-4C9E-A5B7-0D85F938E4A5}" type="presOf" srcId="{DDE2C476-C264-4904-99B7-1A1E3BCB0AA3}" destId="{61055A08-4AAB-4175-BA32-D9CD26BD40DC}" srcOrd="0" destOrd="0" presId="urn:microsoft.com/office/officeart/2008/layout/LinedList"/>
    <dgm:cxn modelId="{AB62A788-E81C-4D02-B5BB-E45C08B0D178}" srcId="{06B924F1-FE58-4D66-8325-C881405F0DFA}" destId="{41D045B9-B945-4428-8074-C0A98DE634BB}" srcOrd="5" destOrd="0" parTransId="{F5437BD6-5B55-4EB3-8FB4-06564C8A507F}" sibTransId="{93B98D32-A9B2-42AB-B11B-FAF337F6A85D}"/>
    <dgm:cxn modelId="{46361893-FB28-42FA-81DA-E493B781E3CE}" srcId="{06B924F1-FE58-4D66-8325-C881405F0DFA}" destId="{30DED0B0-D2DE-4427-B39E-9CB7AADD4211}" srcOrd="7" destOrd="0" parTransId="{214A93D0-52D0-4925-838E-45ED619FD09B}" sibTransId="{7B724F05-594B-498B-8C48-B73F784928B7}"/>
    <dgm:cxn modelId="{8712C39F-05FE-4E8C-805D-A31419983309}" type="presOf" srcId="{C4871E40-5A32-42EB-8600-9B0FD328ADBD}" destId="{2BA3D0B6-9AF6-434A-B7EB-6E88E19A8A0D}" srcOrd="0" destOrd="0" presId="urn:microsoft.com/office/officeart/2008/layout/LinedList"/>
    <dgm:cxn modelId="{7AEB5FBE-0B41-4663-8A36-0A11AD042233}" type="presOf" srcId="{F2BC9FB3-F545-4A66-A321-2A8DC2FE7AF0}" destId="{83FCDA96-AA73-4146-9BB5-1B313A6958F0}" srcOrd="0" destOrd="0" presId="urn:microsoft.com/office/officeart/2008/layout/LinedList"/>
    <dgm:cxn modelId="{65DA62DA-C2F3-4949-B3B8-E3BA430293D3}" srcId="{06B924F1-FE58-4D66-8325-C881405F0DFA}" destId="{DDE2C476-C264-4904-99B7-1A1E3BCB0AA3}" srcOrd="8" destOrd="0" parTransId="{07B52574-5B15-445F-9B4D-D564DE3181B8}" sibTransId="{2AB8C108-286F-4C2A-B1CD-5BD362FB063D}"/>
    <dgm:cxn modelId="{E8588BDD-29F1-4891-9396-A77DA8415623}" srcId="{06B924F1-FE58-4D66-8325-C881405F0DFA}" destId="{069D9E49-C692-403C-9F48-A8104F81CFD7}" srcOrd="6" destOrd="0" parTransId="{FD62CBE8-8678-448B-9C14-C76D7FECC700}" sibTransId="{9A9609FD-056C-4BBA-8000-6B193B0897F6}"/>
    <dgm:cxn modelId="{680C2CE0-470B-46A1-951A-430B8C0227ED}" srcId="{06B924F1-FE58-4D66-8325-C881405F0DFA}" destId="{C4621706-EA5D-4F21-BA11-D4C05624EF66}" srcOrd="1" destOrd="0" parTransId="{E36E3DFB-8ECF-45F1-9013-2AC38DF0F4F6}" sibTransId="{E5079AF4-A5CD-4F80-9D61-591EBE7C685E}"/>
    <dgm:cxn modelId="{A12C8CE4-D055-4EED-BA5C-0B18DB4831F1}" type="presOf" srcId="{C4621706-EA5D-4F21-BA11-D4C05624EF66}" destId="{0E739F91-AD5B-4E87-8B45-36695945D18B}" srcOrd="0" destOrd="0" presId="urn:microsoft.com/office/officeart/2008/layout/LinedList"/>
    <dgm:cxn modelId="{7E1AF1E6-CF54-40BE-A9A3-0AF9B8347212}" type="presOf" srcId="{069D9E49-C692-403C-9F48-A8104F81CFD7}" destId="{1318C483-1E9C-4C4C-9A9A-0EA21FAD8C93}" srcOrd="0" destOrd="0" presId="urn:microsoft.com/office/officeart/2008/layout/LinedList"/>
    <dgm:cxn modelId="{E851A25E-9CB8-472E-BB0E-3873285FF84C}" type="presParOf" srcId="{EDE19212-793B-4B09-8482-59203DA4CA3D}" destId="{9B4D4BDC-3F1D-4ED7-8781-1AF411BE9269}" srcOrd="0" destOrd="0" presId="urn:microsoft.com/office/officeart/2008/layout/LinedList"/>
    <dgm:cxn modelId="{EFCEEBED-5D4D-493E-9359-C52BD8264EE5}" type="presParOf" srcId="{EDE19212-793B-4B09-8482-59203DA4CA3D}" destId="{EDA377B1-EB0D-43A1-AF01-432F6C2AC71B}" srcOrd="1" destOrd="0" presId="urn:microsoft.com/office/officeart/2008/layout/LinedList"/>
    <dgm:cxn modelId="{1440FC86-2658-4539-85BE-5D8158F62E81}" type="presParOf" srcId="{EDA377B1-EB0D-43A1-AF01-432F6C2AC71B}" destId="{2BA3D0B6-9AF6-434A-B7EB-6E88E19A8A0D}" srcOrd="0" destOrd="0" presId="urn:microsoft.com/office/officeart/2008/layout/LinedList"/>
    <dgm:cxn modelId="{86900A78-3B79-486F-9107-F648BF75E19A}" type="presParOf" srcId="{EDA377B1-EB0D-43A1-AF01-432F6C2AC71B}" destId="{C308C1FA-D8BD-4911-A2F4-8F3C51E6A8AA}" srcOrd="1" destOrd="0" presId="urn:microsoft.com/office/officeart/2008/layout/LinedList"/>
    <dgm:cxn modelId="{7B438ACF-AB42-4EA6-BCF9-6F3D4491D79C}" type="presParOf" srcId="{EDE19212-793B-4B09-8482-59203DA4CA3D}" destId="{CA0BBE6C-A060-49C9-839F-ADA9F0E3BC2B}" srcOrd="2" destOrd="0" presId="urn:microsoft.com/office/officeart/2008/layout/LinedList"/>
    <dgm:cxn modelId="{65830233-09CB-4B74-BE66-2263965CA9A1}" type="presParOf" srcId="{EDE19212-793B-4B09-8482-59203DA4CA3D}" destId="{189727B7-38EB-4005-A57E-51CD403142E1}" srcOrd="3" destOrd="0" presId="urn:microsoft.com/office/officeart/2008/layout/LinedList"/>
    <dgm:cxn modelId="{BF66D3F4-F807-4157-A203-0638443CEB91}" type="presParOf" srcId="{189727B7-38EB-4005-A57E-51CD403142E1}" destId="{0E739F91-AD5B-4E87-8B45-36695945D18B}" srcOrd="0" destOrd="0" presId="urn:microsoft.com/office/officeart/2008/layout/LinedList"/>
    <dgm:cxn modelId="{8676609E-3382-4E96-BD4B-FE312E7BDD46}" type="presParOf" srcId="{189727B7-38EB-4005-A57E-51CD403142E1}" destId="{D0B63551-4708-43B0-A10F-B29DE06DF336}" srcOrd="1" destOrd="0" presId="urn:microsoft.com/office/officeart/2008/layout/LinedList"/>
    <dgm:cxn modelId="{76E235E8-E5B0-4F8B-8FD4-A95AC5370767}" type="presParOf" srcId="{EDE19212-793B-4B09-8482-59203DA4CA3D}" destId="{53875268-1863-4CF7-BE27-CFC650AD6624}" srcOrd="4" destOrd="0" presId="urn:microsoft.com/office/officeart/2008/layout/LinedList"/>
    <dgm:cxn modelId="{07423648-01EE-41FD-AC46-16F436804A12}" type="presParOf" srcId="{EDE19212-793B-4B09-8482-59203DA4CA3D}" destId="{3586A325-F414-4DF2-807F-4E44C8A5F484}" srcOrd="5" destOrd="0" presId="urn:microsoft.com/office/officeart/2008/layout/LinedList"/>
    <dgm:cxn modelId="{B6FA91BE-8379-402B-82DF-13352C88B73F}" type="presParOf" srcId="{3586A325-F414-4DF2-807F-4E44C8A5F484}" destId="{1180BFAD-3103-4172-9356-F74C749517EE}" srcOrd="0" destOrd="0" presId="urn:microsoft.com/office/officeart/2008/layout/LinedList"/>
    <dgm:cxn modelId="{EB2E4DF2-52E6-4C31-8ACC-812C626A123C}" type="presParOf" srcId="{3586A325-F414-4DF2-807F-4E44C8A5F484}" destId="{9C519680-6321-47D1-8723-8418049FCA80}" srcOrd="1" destOrd="0" presId="urn:microsoft.com/office/officeart/2008/layout/LinedList"/>
    <dgm:cxn modelId="{4884B80B-3877-4902-8CFC-091E75D11A12}" type="presParOf" srcId="{EDE19212-793B-4B09-8482-59203DA4CA3D}" destId="{B4B4F54C-801F-4B09-AA3D-A9F1DBAC479F}" srcOrd="6" destOrd="0" presId="urn:microsoft.com/office/officeart/2008/layout/LinedList"/>
    <dgm:cxn modelId="{B4C8D58C-F072-4C6C-A537-D12D1E88B400}" type="presParOf" srcId="{EDE19212-793B-4B09-8482-59203DA4CA3D}" destId="{7ECD2464-F160-433E-8840-6CDCC84ABCF3}" srcOrd="7" destOrd="0" presId="urn:microsoft.com/office/officeart/2008/layout/LinedList"/>
    <dgm:cxn modelId="{EB1F04FF-0979-4039-A97E-69F1676DDF60}" type="presParOf" srcId="{7ECD2464-F160-433E-8840-6CDCC84ABCF3}" destId="{29F1BCB0-F7C2-418E-ADB2-C88E7BC35E16}" srcOrd="0" destOrd="0" presId="urn:microsoft.com/office/officeart/2008/layout/LinedList"/>
    <dgm:cxn modelId="{28446EE9-2B61-40D3-BD7F-D78D3AD681C5}" type="presParOf" srcId="{7ECD2464-F160-433E-8840-6CDCC84ABCF3}" destId="{6A70A9DC-8963-49CC-AFDE-A591CF44E503}" srcOrd="1" destOrd="0" presId="urn:microsoft.com/office/officeart/2008/layout/LinedList"/>
    <dgm:cxn modelId="{1B43964B-3190-4C97-8970-34EBFA5B647F}" type="presParOf" srcId="{EDE19212-793B-4B09-8482-59203DA4CA3D}" destId="{5AB237F8-211D-49E2-A9EC-A06C928E8638}" srcOrd="8" destOrd="0" presId="urn:microsoft.com/office/officeart/2008/layout/LinedList"/>
    <dgm:cxn modelId="{69A0855C-FF09-4F26-8939-2F73F41638D2}" type="presParOf" srcId="{EDE19212-793B-4B09-8482-59203DA4CA3D}" destId="{53EF1807-C1B1-4ECB-B982-157361E57D9B}" srcOrd="9" destOrd="0" presId="urn:microsoft.com/office/officeart/2008/layout/LinedList"/>
    <dgm:cxn modelId="{1DD17239-9306-4B04-8CAD-CA00851A159B}" type="presParOf" srcId="{53EF1807-C1B1-4ECB-B982-157361E57D9B}" destId="{83FCDA96-AA73-4146-9BB5-1B313A6958F0}" srcOrd="0" destOrd="0" presId="urn:microsoft.com/office/officeart/2008/layout/LinedList"/>
    <dgm:cxn modelId="{0909B386-EDC0-4878-B5D1-C2B549E6E8D6}" type="presParOf" srcId="{53EF1807-C1B1-4ECB-B982-157361E57D9B}" destId="{96A466D5-953D-4A66-83E9-15E42A6E3D99}" srcOrd="1" destOrd="0" presId="urn:microsoft.com/office/officeart/2008/layout/LinedList"/>
    <dgm:cxn modelId="{D307F87D-21C2-4A07-9B44-E23FC5DFB6EB}" type="presParOf" srcId="{EDE19212-793B-4B09-8482-59203DA4CA3D}" destId="{1729E868-7F59-4655-802B-CA67AF9CA12B}" srcOrd="10" destOrd="0" presId="urn:microsoft.com/office/officeart/2008/layout/LinedList"/>
    <dgm:cxn modelId="{32B4A753-0FEF-42FE-928E-9BE4A6A3078B}" type="presParOf" srcId="{EDE19212-793B-4B09-8482-59203DA4CA3D}" destId="{AB3ECF79-6CD0-4629-AC1C-DBE0B92CB91A}" srcOrd="11" destOrd="0" presId="urn:microsoft.com/office/officeart/2008/layout/LinedList"/>
    <dgm:cxn modelId="{36A82327-479E-4D26-BE0B-6379DF8850F2}" type="presParOf" srcId="{AB3ECF79-6CD0-4629-AC1C-DBE0B92CB91A}" destId="{211CA31B-1B60-4EB3-AB17-C547F02C20F1}" srcOrd="0" destOrd="0" presId="urn:microsoft.com/office/officeart/2008/layout/LinedList"/>
    <dgm:cxn modelId="{4117D2C6-8C1A-4ECB-BAE4-0B9292566A58}" type="presParOf" srcId="{AB3ECF79-6CD0-4629-AC1C-DBE0B92CB91A}" destId="{E691D857-F8E6-43AB-93AD-27C30913F620}" srcOrd="1" destOrd="0" presId="urn:microsoft.com/office/officeart/2008/layout/LinedList"/>
    <dgm:cxn modelId="{2517802A-F336-40C7-824E-371E9E8179F5}" type="presParOf" srcId="{EDE19212-793B-4B09-8482-59203DA4CA3D}" destId="{22629B05-EB6F-47A8-9AF3-EAE90AF7B9CA}" srcOrd="12" destOrd="0" presId="urn:microsoft.com/office/officeart/2008/layout/LinedList"/>
    <dgm:cxn modelId="{DDE5F54F-55D9-4A94-8D90-FC6E9C90C9F6}" type="presParOf" srcId="{EDE19212-793B-4B09-8482-59203DA4CA3D}" destId="{A7D006B5-53B7-41E1-BC1F-1D1A9F052E7B}" srcOrd="13" destOrd="0" presId="urn:microsoft.com/office/officeart/2008/layout/LinedList"/>
    <dgm:cxn modelId="{FDF53974-7B35-4E50-B3A8-1BD3C7206DC9}" type="presParOf" srcId="{A7D006B5-53B7-41E1-BC1F-1D1A9F052E7B}" destId="{1318C483-1E9C-4C4C-9A9A-0EA21FAD8C93}" srcOrd="0" destOrd="0" presId="urn:microsoft.com/office/officeart/2008/layout/LinedList"/>
    <dgm:cxn modelId="{AAA4EAB6-CA8E-4874-AA1A-ACD140BFDBFF}" type="presParOf" srcId="{A7D006B5-53B7-41E1-BC1F-1D1A9F052E7B}" destId="{BBC21F46-26F3-4DD0-9528-BADCA3EF39DC}" srcOrd="1" destOrd="0" presId="urn:microsoft.com/office/officeart/2008/layout/LinedList"/>
    <dgm:cxn modelId="{93E922C0-DC7D-40F4-B6A2-D0E4A5E568DE}" type="presParOf" srcId="{EDE19212-793B-4B09-8482-59203DA4CA3D}" destId="{D93E22B8-B3DC-4843-9FBB-F734200580B6}" srcOrd="14" destOrd="0" presId="urn:microsoft.com/office/officeart/2008/layout/LinedList"/>
    <dgm:cxn modelId="{43331558-343A-4934-94BC-E20943142A21}" type="presParOf" srcId="{EDE19212-793B-4B09-8482-59203DA4CA3D}" destId="{5FF3210A-CE04-4021-BC8A-C97CBA855B07}" srcOrd="15" destOrd="0" presId="urn:microsoft.com/office/officeart/2008/layout/LinedList"/>
    <dgm:cxn modelId="{EFC60F64-5314-4168-95B9-4DEEE3947E07}" type="presParOf" srcId="{5FF3210A-CE04-4021-BC8A-C97CBA855B07}" destId="{0F3C4A6E-3B5E-4766-B0BC-E785AB7859EB}" srcOrd="0" destOrd="0" presId="urn:microsoft.com/office/officeart/2008/layout/LinedList"/>
    <dgm:cxn modelId="{2A2E558C-8EF3-4F7C-8344-20749C324F18}" type="presParOf" srcId="{5FF3210A-CE04-4021-BC8A-C97CBA855B07}" destId="{343E8C22-106E-4421-A0E4-FEE2042A1C39}" srcOrd="1" destOrd="0" presId="urn:microsoft.com/office/officeart/2008/layout/LinedList"/>
    <dgm:cxn modelId="{C3918A17-8203-47DE-AEA4-8EDF6B4DCEBD}" type="presParOf" srcId="{EDE19212-793B-4B09-8482-59203DA4CA3D}" destId="{59998B7E-D048-408C-8D83-D3953B760AA8}" srcOrd="16" destOrd="0" presId="urn:microsoft.com/office/officeart/2008/layout/LinedList"/>
    <dgm:cxn modelId="{EA343A1A-6576-4E16-B8CA-E9C36A8DA0AD}" type="presParOf" srcId="{EDE19212-793B-4B09-8482-59203DA4CA3D}" destId="{46C8C22C-A687-4982-A1B6-3C66DA9623B0}" srcOrd="17" destOrd="0" presId="urn:microsoft.com/office/officeart/2008/layout/LinedList"/>
    <dgm:cxn modelId="{091F740A-9D32-4C32-BB3D-1EC99CED3552}" type="presParOf" srcId="{46C8C22C-A687-4982-A1B6-3C66DA9623B0}" destId="{61055A08-4AAB-4175-BA32-D9CD26BD40DC}" srcOrd="0" destOrd="0" presId="urn:microsoft.com/office/officeart/2008/layout/LinedList"/>
    <dgm:cxn modelId="{7AD1B3D1-5431-491B-BFEA-2B9FC5548016}" type="presParOf" srcId="{46C8C22C-A687-4982-A1B6-3C66DA9623B0}" destId="{0FFE9800-CA36-4145-AEFA-4A0F5F099B9A}" srcOrd="1" destOrd="0" presId="urn:microsoft.com/office/officeart/2008/layout/Lined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A57422-52C5-4DDD-961B-90AB5E8AA674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93C83D1-83F9-4B86-929F-32C5976BBAF7}">
      <dgm:prSet/>
      <dgm:spPr/>
      <dgm:t>
        <a:bodyPr/>
        <a:lstStyle/>
        <a:p>
          <a:pPr indent="0">
            <a:lnSpc>
              <a:spcPct val="100000"/>
            </a:lnSpc>
            <a:spcBef>
              <a:spcPts val="600"/>
            </a:spcBef>
            <a:spcAft>
              <a:spcPts val="600"/>
            </a:spcAft>
          </a:pPr>
          <a:r>
            <a:rPr lang="en-US" b="1" i="0"/>
            <a:t>Project Objective</a:t>
          </a:r>
          <a:endParaRPr lang="en-US"/>
        </a:p>
      </dgm:t>
    </dgm:pt>
    <dgm:pt modelId="{F93CBBF5-CD58-4AF1-B097-BEDCEC51EAAE}" type="parTrans" cxnId="{4D2D0B61-ED7F-4686-916A-0FBF23BF76FC}">
      <dgm:prSet/>
      <dgm:spPr/>
      <dgm:t>
        <a:bodyPr/>
        <a:lstStyle/>
        <a:p>
          <a:endParaRPr lang="en-US"/>
        </a:p>
      </dgm:t>
    </dgm:pt>
    <dgm:pt modelId="{798A17F7-3740-46E7-A035-342491C97638}" type="sibTrans" cxnId="{4D2D0B61-ED7F-4686-916A-0FBF23BF76FC}">
      <dgm:prSet/>
      <dgm:spPr/>
      <dgm:t>
        <a:bodyPr/>
        <a:lstStyle/>
        <a:p>
          <a:endParaRPr lang="en-US"/>
        </a:p>
      </dgm:t>
    </dgm:pt>
    <dgm:pt modelId="{7126AA2A-FDCF-4792-9F4A-5C9CBD236335}">
      <dgm:prSet/>
      <dgm:spPr/>
      <dgm:t>
        <a:bodyPr/>
        <a:lstStyle/>
        <a:p>
          <a:pPr indent="0" rtl="0">
            <a:lnSpc>
              <a:spcPct val="100000"/>
            </a:lnSpc>
            <a:spcBef>
              <a:spcPts val="600"/>
            </a:spcBef>
            <a:spcAft>
              <a:spcPts val="600"/>
            </a:spcAft>
            <a:buNone/>
          </a:pPr>
          <a:r>
            <a:rPr lang="en-US" b="0" i="0"/>
            <a:t>Develop a secure and efficient system connecting Clayton State University Health Services, GRITS, and Atrium Health to</a:t>
          </a:r>
          <a:r>
            <a:rPr lang="en-US" b="0" i="0">
              <a:latin typeface="Arial"/>
            </a:rPr>
            <a:t> get</a:t>
          </a:r>
          <a:r>
            <a:rPr lang="en-US" b="0" i="0"/>
            <a:t> </a:t>
          </a:r>
          <a:r>
            <a:rPr lang="en-US" b="0" i="0">
              <a:latin typeface="Arial"/>
            </a:rPr>
            <a:t>access </a:t>
          </a:r>
          <a:r>
            <a:rPr lang="en-US" b="0" i="0"/>
            <a:t>student immunization record access.</a:t>
          </a:r>
          <a:endParaRPr lang="en-US"/>
        </a:p>
      </dgm:t>
    </dgm:pt>
    <dgm:pt modelId="{2D32C30F-0693-4B2C-88B9-6FA482AA6E25}" type="parTrans" cxnId="{4C9978CC-9ACB-4C9C-B8B4-AE40DEBB3F58}">
      <dgm:prSet/>
      <dgm:spPr/>
      <dgm:t>
        <a:bodyPr/>
        <a:lstStyle/>
        <a:p>
          <a:endParaRPr lang="en-US"/>
        </a:p>
      </dgm:t>
    </dgm:pt>
    <dgm:pt modelId="{863F7512-9209-46BB-89B9-A84C30156808}" type="sibTrans" cxnId="{4C9978CC-9ACB-4C9C-B8B4-AE40DEBB3F58}">
      <dgm:prSet/>
      <dgm:spPr/>
      <dgm:t>
        <a:bodyPr/>
        <a:lstStyle/>
        <a:p>
          <a:endParaRPr lang="en-US"/>
        </a:p>
      </dgm:t>
    </dgm:pt>
    <dgm:pt modelId="{253819C5-9286-493D-B559-A0CC6B4E26A7}">
      <dgm:prSet/>
      <dgm:spPr/>
      <dgm:t>
        <a:bodyPr/>
        <a:lstStyle/>
        <a:p>
          <a:pPr indent="0">
            <a:lnSpc>
              <a:spcPct val="100000"/>
            </a:lnSpc>
            <a:spcBef>
              <a:spcPts val="600"/>
            </a:spcBef>
            <a:spcAft>
              <a:spcPts val="600"/>
            </a:spcAft>
            <a:buNone/>
          </a:pPr>
          <a:r>
            <a:rPr lang="en-US" b="1" i="0"/>
            <a:t>Institutional Context</a:t>
          </a:r>
          <a:endParaRPr lang="en-US"/>
        </a:p>
      </dgm:t>
    </dgm:pt>
    <dgm:pt modelId="{A66B432E-41B8-42FD-9A6D-07E82016A389}" type="parTrans" cxnId="{E8CC4A8C-3347-46DC-A962-56E5513B0178}">
      <dgm:prSet/>
      <dgm:spPr/>
      <dgm:t>
        <a:bodyPr/>
        <a:lstStyle/>
        <a:p>
          <a:endParaRPr lang="en-US"/>
        </a:p>
      </dgm:t>
    </dgm:pt>
    <dgm:pt modelId="{846B345B-C9EF-4A60-9F11-5A8A47F50B57}" type="sibTrans" cxnId="{E8CC4A8C-3347-46DC-A962-56E5513B0178}">
      <dgm:prSet/>
      <dgm:spPr/>
      <dgm:t>
        <a:bodyPr/>
        <a:lstStyle/>
        <a:p>
          <a:endParaRPr lang="en-US"/>
        </a:p>
      </dgm:t>
    </dgm:pt>
    <dgm:pt modelId="{6B29FF1D-562B-4AA7-97EE-21900A6AE6CD}">
      <dgm:prSet/>
      <dgm:spPr/>
      <dgm:t>
        <a:bodyPr/>
        <a:lstStyle/>
        <a:p>
          <a:pPr indent="0">
            <a:lnSpc>
              <a:spcPct val="100000"/>
            </a:lnSpc>
            <a:spcBef>
              <a:spcPts val="600"/>
            </a:spcBef>
            <a:spcAft>
              <a:spcPts val="600"/>
            </a:spcAft>
            <a:buNone/>
          </a:pPr>
          <a:r>
            <a:rPr lang="en-US" b="0" i="0"/>
            <a:t>Clayton State University faces manual consent and data retrieval challenges due to disconnected health and academic systems.</a:t>
          </a:r>
          <a:endParaRPr lang="en-US"/>
        </a:p>
      </dgm:t>
    </dgm:pt>
    <dgm:pt modelId="{198273A7-1504-4891-A2BA-1BD98BD8DE47}" type="parTrans" cxnId="{5D366903-26D4-4EE6-B1DD-86BB6E995A02}">
      <dgm:prSet/>
      <dgm:spPr/>
      <dgm:t>
        <a:bodyPr/>
        <a:lstStyle/>
        <a:p>
          <a:endParaRPr lang="en-US"/>
        </a:p>
      </dgm:t>
    </dgm:pt>
    <dgm:pt modelId="{DCAA2F28-2A71-4295-8522-E073B9B4FAD2}" type="sibTrans" cxnId="{5D366903-26D4-4EE6-B1DD-86BB6E995A02}">
      <dgm:prSet/>
      <dgm:spPr/>
      <dgm:t>
        <a:bodyPr/>
        <a:lstStyle/>
        <a:p>
          <a:endParaRPr lang="en-US"/>
        </a:p>
      </dgm:t>
    </dgm:pt>
    <dgm:pt modelId="{2EF13CDA-7BB2-44D3-8B76-427CC60D8CAA}">
      <dgm:prSet/>
      <dgm:spPr/>
      <dgm:t>
        <a:bodyPr/>
        <a:lstStyle/>
        <a:p>
          <a:pPr indent="0">
            <a:lnSpc>
              <a:spcPct val="100000"/>
            </a:lnSpc>
            <a:spcBef>
              <a:spcPts val="600"/>
            </a:spcBef>
            <a:spcAft>
              <a:spcPts val="600"/>
            </a:spcAft>
            <a:buNone/>
          </a:pPr>
          <a:r>
            <a:rPr lang="en-US" b="1" i="0"/>
            <a:t>Research Approach</a:t>
          </a:r>
          <a:endParaRPr lang="en-US"/>
        </a:p>
      </dgm:t>
    </dgm:pt>
    <dgm:pt modelId="{AC1E35B5-5CCD-477E-82ED-F85A705AD71B}" type="parTrans" cxnId="{09F9D83A-8DDC-4981-988C-EE51C154E7B8}">
      <dgm:prSet/>
      <dgm:spPr/>
      <dgm:t>
        <a:bodyPr/>
        <a:lstStyle/>
        <a:p>
          <a:endParaRPr lang="en-US"/>
        </a:p>
      </dgm:t>
    </dgm:pt>
    <dgm:pt modelId="{5CB1E39A-AE9F-4AED-AAE6-310DEE887D63}" type="sibTrans" cxnId="{09F9D83A-8DDC-4981-988C-EE51C154E7B8}">
      <dgm:prSet/>
      <dgm:spPr/>
      <dgm:t>
        <a:bodyPr/>
        <a:lstStyle/>
        <a:p>
          <a:endParaRPr lang="en-US"/>
        </a:p>
      </dgm:t>
    </dgm:pt>
    <dgm:pt modelId="{A9B326F3-41A6-420D-8A02-A25A2F40882B}">
      <dgm:prSet/>
      <dgm:spPr/>
      <dgm:t>
        <a:bodyPr/>
        <a:lstStyle/>
        <a:p>
          <a:pPr indent="0">
            <a:lnSpc>
              <a:spcPct val="100000"/>
            </a:lnSpc>
            <a:spcBef>
              <a:spcPts val="600"/>
            </a:spcBef>
            <a:spcAft>
              <a:spcPts val="600"/>
            </a:spcAft>
            <a:buNone/>
          </a:pPr>
          <a:r>
            <a:rPr lang="en-US" b="0" i="0"/>
            <a:t>A qualitative study identifying interoperability gaps, privacy requirements, and system design needs through staff interviews and workflow analysis.</a:t>
          </a:r>
          <a:endParaRPr lang="en-US"/>
        </a:p>
      </dgm:t>
    </dgm:pt>
    <dgm:pt modelId="{FFDB5838-06D9-4471-B3BF-983CEB36C5FA}" type="parTrans" cxnId="{BC4E775E-5D1B-4028-9573-B9F3D96E48AA}">
      <dgm:prSet/>
      <dgm:spPr/>
      <dgm:t>
        <a:bodyPr/>
        <a:lstStyle/>
        <a:p>
          <a:endParaRPr lang="en-US"/>
        </a:p>
      </dgm:t>
    </dgm:pt>
    <dgm:pt modelId="{72B9E95E-F1D3-4115-8382-89FE136EB5E1}" type="sibTrans" cxnId="{BC4E775E-5D1B-4028-9573-B9F3D96E48AA}">
      <dgm:prSet/>
      <dgm:spPr/>
      <dgm:t>
        <a:bodyPr/>
        <a:lstStyle/>
        <a:p>
          <a:endParaRPr lang="en-US"/>
        </a:p>
      </dgm:t>
    </dgm:pt>
    <dgm:pt modelId="{6DD74B01-FA93-4C19-905C-9D3F26F77F98}" type="pres">
      <dgm:prSet presAssocID="{F6A57422-52C5-4DDD-961B-90AB5E8AA674}" presName="Name0" presStyleCnt="0">
        <dgm:presLayoutVars>
          <dgm:dir/>
          <dgm:animLvl val="lvl"/>
          <dgm:resizeHandles val="exact"/>
        </dgm:presLayoutVars>
      </dgm:prSet>
      <dgm:spPr/>
    </dgm:pt>
    <dgm:pt modelId="{76445D22-A298-4FE2-85E4-CF079B32ED15}" type="pres">
      <dgm:prSet presAssocID="{F93C83D1-83F9-4B86-929F-32C5976BBAF7}" presName="linNode" presStyleCnt="0"/>
      <dgm:spPr/>
    </dgm:pt>
    <dgm:pt modelId="{32D8B518-498F-4A94-AD6F-F883665AA400}" type="pres">
      <dgm:prSet presAssocID="{F93C83D1-83F9-4B86-929F-32C5976BBAF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58C43E53-CDEB-4F20-A837-F63FCC8ECD2E}" type="pres">
      <dgm:prSet presAssocID="{F93C83D1-83F9-4B86-929F-32C5976BBAF7}" presName="descendantText" presStyleLbl="alignAccFollowNode1" presStyleIdx="0" presStyleCnt="3">
        <dgm:presLayoutVars>
          <dgm:bulletEnabled val="1"/>
        </dgm:presLayoutVars>
      </dgm:prSet>
      <dgm:spPr/>
    </dgm:pt>
    <dgm:pt modelId="{4B459BB5-E601-40FD-B17A-770EAF8D3506}" type="pres">
      <dgm:prSet presAssocID="{798A17F7-3740-46E7-A035-342491C97638}" presName="sp" presStyleCnt="0"/>
      <dgm:spPr/>
    </dgm:pt>
    <dgm:pt modelId="{B8450B80-7B00-4BD0-9020-DB5EFDD0344B}" type="pres">
      <dgm:prSet presAssocID="{253819C5-9286-493D-B559-A0CC6B4E26A7}" presName="linNode" presStyleCnt="0"/>
      <dgm:spPr/>
    </dgm:pt>
    <dgm:pt modelId="{48FE0289-76B4-4509-8411-C1E91301BDBC}" type="pres">
      <dgm:prSet presAssocID="{253819C5-9286-493D-B559-A0CC6B4E26A7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9B9361B-9F8D-4979-A950-87F9012A210F}" type="pres">
      <dgm:prSet presAssocID="{253819C5-9286-493D-B559-A0CC6B4E26A7}" presName="descendantText" presStyleLbl="alignAccFollowNode1" presStyleIdx="1" presStyleCnt="3">
        <dgm:presLayoutVars>
          <dgm:bulletEnabled val="1"/>
        </dgm:presLayoutVars>
      </dgm:prSet>
      <dgm:spPr/>
    </dgm:pt>
    <dgm:pt modelId="{7709AE1F-9F18-4EFA-B5B0-FC055D854354}" type="pres">
      <dgm:prSet presAssocID="{846B345B-C9EF-4A60-9F11-5A8A47F50B57}" presName="sp" presStyleCnt="0"/>
      <dgm:spPr/>
    </dgm:pt>
    <dgm:pt modelId="{074660FB-8F24-4AF9-B471-08D6B6E7098B}" type="pres">
      <dgm:prSet presAssocID="{2EF13CDA-7BB2-44D3-8B76-427CC60D8CAA}" presName="linNode" presStyleCnt="0"/>
      <dgm:spPr/>
    </dgm:pt>
    <dgm:pt modelId="{F65C5CBC-E47F-4E07-93D3-6B396F5C0925}" type="pres">
      <dgm:prSet presAssocID="{2EF13CDA-7BB2-44D3-8B76-427CC60D8CAA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A0CEDE70-058A-4CF8-B994-0DC71834742F}" type="pres">
      <dgm:prSet presAssocID="{2EF13CDA-7BB2-44D3-8B76-427CC60D8CAA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5D366903-26D4-4EE6-B1DD-86BB6E995A02}" srcId="{253819C5-9286-493D-B559-A0CC6B4E26A7}" destId="{6B29FF1D-562B-4AA7-97EE-21900A6AE6CD}" srcOrd="0" destOrd="0" parTransId="{198273A7-1504-4891-A2BA-1BD98BD8DE47}" sibTransId="{DCAA2F28-2A71-4295-8522-E073B9B4FAD2}"/>
    <dgm:cxn modelId="{441C933A-C12A-404B-8067-65DA2E42917A}" type="presOf" srcId="{F93C83D1-83F9-4B86-929F-32C5976BBAF7}" destId="{32D8B518-498F-4A94-AD6F-F883665AA400}" srcOrd="0" destOrd="0" presId="urn:microsoft.com/office/officeart/2005/8/layout/vList5"/>
    <dgm:cxn modelId="{09F9D83A-8DDC-4981-988C-EE51C154E7B8}" srcId="{F6A57422-52C5-4DDD-961B-90AB5E8AA674}" destId="{2EF13CDA-7BB2-44D3-8B76-427CC60D8CAA}" srcOrd="2" destOrd="0" parTransId="{AC1E35B5-5CCD-477E-82ED-F85A705AD71B}" sibTransId="{5CB1E39A-AE9F-4AED-AAE6-310DEE887D63}"/>
    <dgm:cxn modelId="{BC4E775E-5D1B-4028-9573-B9F3D96E48AA}" srcId="{2EF13CDA-7BB2-44D3-8B76-427CC60D8CAA}" destId="{A9B326F3-41A6-420D-8A02-A25A2F40882B}" srcOrd="0" destOrd="0" parTransId="{FFDB5838-06D9-4471-B3BF-983CEB36C5FA}" sibTransId="{72B9E95E-F1D3-4115-8382-89FE136EB5E1}"/>
    <dgm:cxn modelId="{4D2D0B61-ED7F-4686-916A-0FBF23BF76FC}" srcId="{F6A57422-52C5-4DDD-961B-90AB5E8AA674}" destId="{F93C83D1-83F9-4B86-929F-32C5976BBAF7}" srcOrd="0" destOrd="0" parTransId="{F93CBBF5-CD58-4AF1-B097-BEDCEC51EAAE}" sibTransId="{798A17F7-3740-46E7-A035-342491C97638}"/>
    <dgm:cxn modelId="{4E597F74-D0C2-49B3-A566-FAB8CB44578F}" type="presOf" srcId="{7126AA2A-FDCF-4792-9F4A-5C9CBD236335}" destId="{58C43E53-CDEB-4F20-A837-F63FCC8ECD2E}" srcOrd="0" destOrd="0" presId="urn:microsoft.com/office/officeart/2005/8/layout/vList5"/>
    <dgm:cxn modelId="{E8CC4A8C-3347-46DC-A962-56E5513B0178}" srcId="{F6A57422-52C5-4DDD-961B-90AB5E8AA674}" destId="{253819C5-9286-493D-B559-A0CC6B4E26A7}" srcOrd="1" destOrd="0" parTransId="{A66B432E-41B8-42FD-9A6D-07E82016A389}" sibTransId="{846B345B-C9EF-4A60-9F11-5A8A47F50B57}"/>
    <dgm:cxn modelId="{91FC0095-3851-4481-81B2-01132E2874C4}" type="presOf" srcId="{253819C5-9286-493D-B559-A0CC6B4E26A7}" destId="{48FE0289-76B4-4509-8411-C1E91301BDBC}" srcOrd="0" destOrd="0" presId="urn:microsoft.com/office/officeart/2005/8/layout/vList5"/>
    <dgm:cxn modelId="{87769FA9-BDFD-40F9-924F-5767C224DF88}" type="presOf" srcId="{A9B326F3-41A6-420D-8A02-A25A2F40882B}" destId="{A0CEDE70-058A-4CF8-B994-0DC71834742F}" srcOrd="0" destOrd="0" presId="urn:microsoft.com/office/officeart/2005/8/layout/vList5"/>
    <dgm:cxn modelId="{B2088BB6-059E-475F-AF2D-C73910C374D8}" type="presOf" srcId="{F6A57422-52C5-4DDD-961B-90AB5E8AA674}" destId="{6DD74B01-FA93-4C19-905C-9D3F26F77F98}" srcOrd="0" destOrd="0" presId="urn:microsoft.com/office/officeart/2005/8/layout/vList5"/>
    <dgm:cxn modelId="{4C9978CC-9ACB-4C9C-B8B4-AE40DEBB3F58}" srcId="{F93C83D1-83F9-4B86-929F-32C5976BBAF7}" destId="{7126AA2A-FDCF-4792-9F4A-5C9CBD236335}" srcOrd="0" destOrd="0" parTransId="{2D32C30F-0693-4B2C-88B9-6FA482AA6E25}" sibTransId="{863F7512-9209-46BB-89B9-A84C30156808}"/>
    <dgm:cxn modelId="{7CB488D5-8EC4-4EE7-928E-0D3B246D6041}" type="presOf" srcId="{6B29FF1D-562B-4AA7-97EE-21900A6AE6CD}" destId="{A9B9361B-9F8D-4979-A950-87F9012A210F}" srcOrd="0" destOrd="0" presId="urn:microsoft.com/office/officeart/2005/8/layout/vList5"/>
    <dgm:cxn modelId="{A3E4D0FA-6CEB-4642-84C3-5447198063A0}" type="presOf" srcId="{2EF13CDA-7BB2-44D3-8B76-427CC60D8CAA}" destId="{F65C5CBC-E47F-4E07-93D3-6B396F5C0925}" srcOrd="0" destOrd="0" presId="urn:microsoft.com/office/officeart/2005/8/layout/vList5"/>
    <dgm:cxn modelId="{68E095F4-8C99-41E5-9E71-CBEAC1AAC5D1}" type="presParOf" srcId="{6DD74B01-FA93-4C19-905C-9D3F26F77F98}" destId="{76445D22-A298-4FE2-85E4-CF079B32ED15}" srcOrd="0" destOrd="0" presId="urn:microsoft.com/office/officeart/2005/8/layout/vList5"/>
    <dgm:cxn modelId="{99E0675D-2C7C-4C44-854B-253CD3908E4F}" type="presParOf" srcId="{76445D22-A298-4FE2-85E4-CF079B32ED15}" destId="{32D8B518-498F-4A94-AD6F-F883665AA400}" srcOrd="0" destOrd="0" presId="urn:microsoft.com/office/officeart/2005/8/layout/vList5"/>
    <dgm:cxn modelId="{A47C5B6F-E351-4C06-B6F0-C839167731F1}" type="presParOf" srcId="{76445D22-A298-4FE2-85E4-CF079B32ED15}" destId="{58C43E53-CDEB-4F20-A837-F63FCC8ECD2E}" srcOrd="1" destOrd="0" presId="urn:microsoft.com/office/officeart/2005/8/layout/vList5"/>
    <dgm:cxn modelId="{2AD6E2F0-7AC6-4FAC-923A-093BF375F16C}" type="presParOf" srcId="{6DD74B01-FA93-4C19-905C-9D3F26F77F98}" destId="{4B459BB5-E601-40FD-B17A-770EAF8D3506}" srcOrd="1" destOrd="0" presId="urn:microsoft.com/office/officeart/2005/8/layout/vList5"/>
    <dgm:cxn modelId="{69CA4F5E-D8A5-4682-9C14-D212C818880D}" type="presParOf" srcId="{6DD74B01-FA93-4C19-905C-9D3F26F77F98}" destId="{B8450B80-7B00-4BD0-9020-DB5EFDD0344B}" srcOrd="2" destOrd="0" presId="urn:microsoft.com/office/officeart/2005/8/layout/vList5"/>
    <dgm:cxn modelId="{DE17BF0A-43BD-464A-A3D5-5AB10046E466}" type="presParOf" srcId="{B8450B80-7B00-4BD0-9020-DB5EFDD0344B}" destId="{48FE0289-76B4-4509-8411-C1E91301BDBC}" srcOrd="0" destOrd="0" presId="urn:microsoft.com/office/officeart/2005/8/layout/vList5"/>
    <dgm:cxn modelId="{F7B31F14-87E0-495A-8713-13DE31EDC8A9}" type="presParOf" srcId="{B8450B80-7B00-4BD0-9020-DB5EFDD0344B}" destId="{A9B9361B-9F8D-4979-A950-87F9012A210F}" srcOrd="1" destOrd="0" presId="urn:microsoft.com/office/officeart/2005/8/layout/vList5"/>
    <dgm:cxn modelId="{0617F00C-0DE6-4DDB-84E0-391B2AA96442}" type="presParOf" srcId="{6DD74B01-FA93-4C19-905C-9D3F26F77F98}" destId="{7709AE1F-9F18-4EFA-B5B0-FC055D854354}" srcOrd="3" destOrd="0" presId="urn:microsoft.com/office/officeart/2005/8/layout/vList5"/>
    <dgm:cxn modelId="{13A3695E-0164-4791-BA50-307CC9E71C1B}" type="presParOf" srcId="{6DD74B01-FA93-4C19-905C-9D3F26F77F98}" destId="{074660FB-8F24-4AF9-B471-08D6B6E7098B}" srcOrd="4" destOrd="0" presId="urn:microsoft.com/office/officeart/2005/8/layout/vList5"/>
    <dgm:cxn modelId="{5151B0DA-7717-4D7D-93EB-AAF484ABA2D2}" type="presParOf" srcId="{074660FB-8F24-4AF9-B471-08D6B6E7098B}" destId="{F65C5CBC-E47F-4E07-93D3-6B396F5C0925}" srcOrd="0" destOrd="0" presId="urn:microsoft.com/office/officeart/2005/8/layout/vList5"/>
    <dgm:cxn modelId="{0823AE7C-E886-4C14-A23E-0F5C76A157FF}" type="presParOf" srcId="{074660FB-8F24-4AF9-B471-08D6B6E7098B}" destId="{A0CEDE70-058A-4CF8-B994-0DC71834742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B9DBEA-15D1-4AF7-8344-2E8F9BE2C574}" type="doc">
      <dgm:prSet loTypeId="urn:microsoft.com/office/officeart/2005/8/layout/vList2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6A6D21CE-94A9-4559-9ABE-94FDE7390383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300" b="0" i="0">
              <a:ea typeface="+mn-ea"/>
              <a:cs typeface="+mn-cs"/>
            </a:rPr>
            <a:t>Manual Consent Process</a:t>
          </a:r>
          <a:endParaRPr lang="en-US" sz="2300">
            <a:ea typeface="+mn-ea"/>
            <a:cs typeface="+mn-cs"/>
          </a:endParaRPr>
        </a:p>
      </dgm:t>
    </dgm:pt>
    <dgm:pt modelId="{AF3DF028-578D-442E-874F-4AD65D6E9FFA}" type="parTrans" cxnId="{9661E8D1-725D-4616-BC93-B110B24096F1}">
      <dgm:prSet/>
      <dgm:spPr/>
      <dgm:t>
        <a:bodyPr/>
        <a:lstStyle/>
        <a:p>
          <a:pPr algn="ctr"/>
          <a:endParaRPr lang="en-US"/>
        </a:p>
      </dgm:t>
    </dgm:pt>
    <dgm:pt modelId="{114C52BE-8221-49DF-A427-60672CD78801}" type="sibTrans" cxnId="{9661E8D1-725D-4616-BC93-B110B24096F1}">
      <dgm:prSet/>
      <dgm:spPr/>
      <dgm:t>
        <a:bodyPr/>
        <a:lstStyle/>
        <a:p>
          <a:pPr algn="ctr"/>
          <a:endParaRPr lang="en-US"/>
        </a:p>
      </dgm:t>
    </dgm:pt>
    <dgm:pt modelId="{7718E5DD-3A4C-453F-9067-BCB2CC7F01D7}">
      <dgm:prSet custT="1"/>
      <dgm:spPr/>
      <dgm:t>
        <a:bodyPr/>
        <a:lstStyle/>
        <a:p>
          <a:pPr marL="0" indent="0" algn="l" rtl="0">
            <a:lnSpc>
              <a:spcPct val="100000"/>
            </a:lnSpc>
            <a:spcAft>
              <a:spcPts val="0"/>
            </a:spcAft>
            <a:buNone/>
          </a:pPr>
          <a:r>
            <a:rPr lang="en-US" sz="2000" b="0" i="0">
              <a:ea typeface="+mn-ea"/>
              <a:cs typeface="+mn-cs"/>
            </a:rPr>
            <a:t>Students must physically visit the Atrium Health office to authorize immunization record access, creating</a:t>
          </a:r>
          <a:r>
            <a:rPr lang="en-US" sz="2000" b="0" i="0">
              <a:latin typeface="Arial"/>
              <a:ea typeface="+mn-ea"/>
              <a:cs typeface="+mn-cs"/>
            </a:rPr>
            <a:t> restrictions </a:t>
          </a:r>
          <a:r>
            <a:rPr lang="en-US" sz="2000" b="0" i="0">
              <a:ea typeface="+mn-ea"/>
              <a:cs typeface="+mn-cs"/>
            </a:rPr>
            <a:t>during enrollment and orientation periods.</a:t>
          </a:r>
          <a:endParaRPr lang="en-US" sz="2000">
            <a:ea typeface="+mn-ea"/>
            <a:cs typeface="+mn-cs"/>
          </a:endParaRPr>
        </a:p>
      </dgm:t>
    </dgm:pt>
    <dgm:pt modelId="{4A809A8B-156D-4AE6-9456-D418A0AF293B}" type="parTrans" cxnId="{5290283A-6BEA-4E78-B4E4-EEDAE70CD82A}">
      <dgm:prSet/>
      <dgm:spPr/>
      <dgm:t>
        <a:bodyPr/>
        <a:lstStyle/>
        <a:p>
          <a:pPr algn="ctr"/>
          <a:endParaRPr lang="en-US"/>
        </a:p>
      </dgm:t>
    </dgm:pt>
    <dgm:pt modelId="{710F93A2-6C45-43E8-AED4-48991CB9140A}" type="sibTrans" cxnId="{5290283A-6BEA-4E78-B4E4-EEDAE70CD82A}">
      <dgm:prSet/>
      <dgm:spPr/>
      <dgm:t>
        <a:bodyPr/>
        <a:lstStyle/>
        <a:p>
          <a:pPr algn="ctr"/>
          <a:endParaRPr lang="en-US"/>
        </a:p>
      </dgm:t>
    </dgm:pt>
    <dgm:pt modelId="{F5D12CA4-3D6A-4F65-B9E5-D183B7782680}" type="pres">
      <dgm:prSet presAssocID="{D7B9DBEA-15D1-4AF7-8344-2E8F9BE2C574}" presName="linear" presStyleCnt="0">
        <dgm:presLayoutVars>
          <dgm:animLvl val="lvl"/>
          <dgm:resizeHandles val="exact"/>
        </dgm:presLayoutVars>
      </dgm:prSet>
      <dgm:spPr/>
    </dgm:pt>
    <dgm:pt modelId="{95CCBA6D-FDA7-4ACB-8CD9-258865D2F12C}" type="pres">
      <dgm:prSet presAssocID="{6A6D21CE-94A9-4559-9ABE-94FDE7390383}" presName="parentText" presStyleLbl="node1" presStyleIdx="0" presStyleCnt="1" custScaleX="73031" custScaleY="70192" custLinFactNeighborX="-2124" custLinFactNeighborY="-908">
        <dgm:presLayoutVars>
          <dgm:chMax val="0"/>
          <dgm:bulletEnabled val="1"/>
        </dgm:presLayoutVars>
      </dgm:prSet>
      <dgm:spPr/>
    </dgm:pt>
    <dgm:pt modelId="{6C20AFC1-EC82-4E23-9B6D-45615301BE4A}" type="pres">
      <dgm:prSet presAssocID="{6A6D21CE-94A9-4559-9ABE-94FDE739038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E4DA21D-EC53-4FA9-B337-C1A9845746D5}" type="presOf" srcId="{7718E5DD-3A4C-453F-9067-BCB2CC7F01D7}" destId="{6C20AFC1-EC82-4E23-9B6D-45615301BE4A}" srcOrd="0" destOrd="0" presId="urn:microsoft.com/office/officeart/2005/8/layout/vList2"/>
    <dgm:cxn modelId="{21D80B3A-E50A-44DA-972D-2E3B5CBAB85A}" type="presOf" srcId="{6A6D21CE-94A9-4559-9ABE-94FDE7390383}" destId="{95CCBA6D-FDA7-4ACB-8CD9-258865D2F12C}" srcOrd="0" destOrd="0" presId="urn:microsoft.com/office/officeart/2005/8/layout/vList2"/>
    <dgm:cxn modelId="{5290283A-6BEA-4E78-B4E4-EEDAE70CD82A}" srcId="{6A6D21CE-94A9-4559-9ABE-94FDE7390383}" destId="{7718E5DD-3A4C-453F-9067-BCB2CC7F01D7}" srcOrd="0" destOrd="0" parTransId="{4A809A8B-156D-4AE6-9456-D418A0AF293B}" sibTransId="{710F93A2-6C45-43E8-AED4-48991CB9140A}"/>
    <dgm:cxn modelId="{9661E8D1-725D-4616-BC93-B110B24096F1}" srcId="{D7B9DBEA-15D1-4AF7-8344-2E8F9BE2C574}" destId="{6A6D21CE-94A9-4559-9ABE-94FDE7390383}" srcOrd="0" destOrd="0" parTransId="{AF3DF028-578D-442E-874F-4AD65D6E9FFA}" sibTransId="{114C52BE-8221-49DF-A427-60672CD78801}"/>
    <dgm:cxn modelId="{F9A103F4-AAAC-4697-96B8-6E33DDF6E9FD}" type="presOf" srcId="{D7B9DBEA-15D1-4AF7-8344-2E8F9BE2C574}" destId="{F5D12CA4-3D6A-4F65-B9E5-D183B7782680}" srcOrd="0" destOrd="0" presId="urn:microsoft.com/office/officeart/2005/8/layout/vList2"/>
    <dgm:cxn modelId="{F480B3B0-35B8-4C8F-91FD-DDABF8D255D5}" type="presParOf" srcId="{F5D12CA4-3D6A-4F65-B9E5-D183B7782680}" destId="{95CCBA6D-FDA7-4ACB-8CD9-258865D2F12C}" srcOrd="0" destOrd="0" presId="urn:microsoft.com/office/officeart/2005/8/layout/vList2"/>
    <dgm:cxn modelId="{65E45805-6B5E-47D0-A033-60A1AFF62C83}" type="presParOf" srcId="{F5D12CA4-3D6A-4F65-B9E5-D183B7782680}" destId="{6C20AFC1-EC82-4E23-9B6D-45615301BE4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B9DBEA-15D1-4AF7-8344-2E8F9BE2C57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6A6D21CE-94A9-4559-9ABE-94FDE7390383}">
      <dgm:prSet custT="1"/>
      <dgm:spPr/>
      <dgm:t>
        <a:bodyPr/>
        <a:lstStyle/>
        <a:p>
          <a:pPr algn="ctr">
            <a:lnSpc>
              <a:spcPct val="90000"/>
            </a:lnSpc>
          </a:pPr>
          <a:r>
            <a:rPr lang="en-US" sz="1900" b="0" i="0">
              <a:ea typeface="+mn-ea"/>
              <a:cs typeface="+mn-cs"/>
            </a:rPr>
            <a:t>System Fragmentation</a:t>
          </a:r>
          <a:endParaRPr lang="en-US" sz="1900">
            <a:ea typeface="+mn-ea"/>
            <a:cs typeface="+mn-cs"/>
          </a:endParaRPr>
        </a:p>
      </dgm:t>
    </dgm:pt>
    <dgm:pt modelId="{AF3DF028-578D-442E-874F-4AD65D6E9FFA}" type="parTrans" cxnId="{9661E8D1-725D-4616-BC93-B110B24096F1}">
      <dgm:prSet/>
      <dgm:spPr/>
      <dgm:t>
        <a:bodyPr/>
        <a:lstStyle/>
        <a:p>
          <a:pPr algn="ctr"/>
          <a:endParaRPr lang="en-US"/>
        </a:p>
      </dgm:t>
    </dgm:pt>
    <dgm:pt modelId="{114C52BE-8221-49DF-A427-60672CD78801}" type="sibTrans" cxnId="{9661E8D1-725D-4616-BC93-B110B24096F1}">
      <dgm:prSet/>
      <dgm:spPr/>
      <dgm:t>
        <a:bodyPr/>
        <a:lstStyle/>
        <a:p>
          <a:pPr algn="ctr"/>
          <a:endParaRPr lang="en-US"/>
        </a:p>
      </dgm:t>
    </dgm:pt>
    <dgm:pt modelId="{7718E5DD-3A4C-453F-9067-BCB2CC7F01D7}">
      <dgm:prSet custT="1"/>
      <dgm:spPr/>
      <dgm:t>
        <a:bodyPr/>
        <a:lstStyle/>
        <a:p>
          <a:pPr marL="0" indent="0" algn="l">
            <a:lnSpc>
              <a:spcPct val="100000"/>
            </a:lnSpc>
            <a:spcAft>
              <a:spcPts val="0"/>
            </a:spcAft>
            <a:buNone/>
          </a:pPr>
          <a:r>
            <a:rPr lang="en-US" sz="2000" b="0" i="0">
              <a:ea typeface="+mn-ea"/>
              <a:cs typeface="+mn-cs"/>
            </a:rPr>
            <a:t>Clayton State University’s Banner system, Atrium Health’s network, and GRITS operate independently</a:t>
          </a:r>
          <a:r>
            <a:rPr lang="en-US" sz="2000">
              <a:latin typeface="Arial"/>
              <a:ea typeface="+mn-ea"/>
              <a:cs typeface="+mn-cs"/>
            </a:rPr>
            <a:t>.</a:t>
          </a:r>
          <a:endParaRPr lang="en-US" sz="2000">
            <a:ea typeface="+mn-ea"/>
            <a:cs typeface="+mn-cs"/>
          </a:endParaRPr>
        </a:p>
      </dgm:t>
    </dgm:pt>
    <dgm:pt modelId="{4A809A8B-156D-4AE6-9456-D418A0AF293B}" type="parTrans" cxnId="{5290283A-6BEA-4E78-B4E4-EEDAE70CD82A}">
      <dgm:prSet/>
      <dgm:spPr/>
      <dgm:t>
        <a:bodyPr/>
        <a:lstStyle/>
        <a:p>
          <a:pPr algn="ctr"/>
          <a:endParaRPr lang="en-US"/>
        </a:p>
      </dgm:t>
    </dgm:pt>
    <dgm:pt modelId="{710F93A2-6C45-43E8-AED4-48991CB9140A}" type="sibTrans" cxnId="{5290283A-6BEA-4E78-B4E4-EEDAE70CD82A}">
      <dgm:prSet/>
      <dgm:spPr/>
      <dgm:t>
        <a:bodyPr/>
        <a:lstStyle/>
        <a:p>
          <a:pPr algn="ctr"/>
          <a:endParaRPr lang="en-US"/>
        </a:p>
      </dgm:t>
    </dgm:pt>
    <dgm:pt modelId="{F5D12CA4-3D6A-4F65-B9E5-D183B7782680}" type="pres">
      <dgm:prSet presAssocID="{D7B9DBEA-15D1-4AF7-8344-2E8F9BE2C574}" presName="linear" presStyleCnt="0">
        <dgm:presLayoutVars>
          <dgm:animLvl val="lvl"/>
          <dgm:resizeHandles val="exact"/>
        </dgm:presLayoutVars>
      </dgm:prSet>
      <dgm:spPr/>
    </dgm:pt>
    <dgm:pt modelId="{95CCBA6D-FDA7-4ACB-8CD9-258865D2F12C}" type="pres">
      <dgm:prSet presAssocID="{6A6D21CE-94A9-4559-9ABE-94FDE7390383}" presName="parentText" presStyleLbl="node1" presStyleIdx="0" presStyleCnt="1" custScaleX="54482" custScaleY="50181" custLinFactNeighborX="-2124" custLinFactNeighborY="-908">
        <dgm:presLayoutVars>
          <dgm:chMax val="0"/>
          <dgm:bulletEnabled val="1"/>
        </dgm:presLayoutVars>
      </dgm:prSet>
      <dgm:spPr/>
    </dgm:pt>
    <dgm:pt modelId="{FEEC2C1F-C8F0-4848-9343-C49C758AA0F8}" type="pres">
      <dgm:prSet presAssocID="{6A6D21CE-94A9-4559-9ABE-94FDE7390383}" presName="childText" presStyleLbl="revTx" presStyleIdx="0" presStyleCnt="1" custScaleX="92875" custScaleY="126343" custLinFactNeighborX="4992" custLinFactNeighborY="1210">
        <dgm:presLayoutVars>
          <dgm:bulletEnabled val="1"/>
        </dgm:presLayoutVars>
      </dgm:prSet>
      <dgm:spPr/>
    </dgm:pt>
  </dgm:ptLst>
  <dgm:cxnLst>
    <dgm:cxn modelId="{EBEFDF16-D102-4FC9-ABF0-A6BD55BFEFBE}" type="presOf" srcId="{6A6D21CE-94A9-4559-9ABE-94FDE7390383}" destId="{95CCBA6D-FDA7-4ACB-8CD9-258865D2F12C}" srcOrd="0" destOrd="0" presId="urn:microsoft.com/office/officeart/2005/8/layout/vList2"/>
    <dgm:cxn modelId="{5290283A-6BEA-4E78-B4E4-EEDAE70CD82A}" srcId="{6A6D21CE-94A9-4559-9ABE-94FDE7390383}" destId="{7718E5DD-3A4C-453F-9067-BCB2CC7F01D7}" srcOrd="0" destOrd="0" parTransId="{4A809A8B-156D-4AE6-9456-D418A0AF293B}" sibTransId="{710F93A2-6C45-43E8-AED4-48991CB9140A}"/>
    <dgm:cxn modelId="{216C4091-E457-4130-A245-EDBA00206795}" type="presOf" srcId="{7718E5DD-3A4C-453F-9067-BCB2CC7F01D7}" destId="{FEEC2C1F-C8F0-4848-9343-C49C758AA0F8}" srcOrd="0" destOrd="0" presId="urn:microsoft.com/office/officeart/2005/8/layout/vList2"/>
    <dgm:cxn modelId="{9661E8D1-725D-4616-BC93-B110B24096F1}" srcId="{D7B9DBEA-15D1-4AF7-8344-2E8F9BE2C574}" destId="{6A6D21CE-94A9-4559-9ABE-94FDE7390383}" srcOrd="0" destOrd="0" parTransId="{AF3DF028-578D-442E-874F-4AD65D6E9FFA}" sibTransId="{114C52BE-8221-49DF-A427-60672CD78801}"/>
    <dgm:cxn modelId="{F9A103F4-AAAC-4697-96B8-6E33DDF6E9FD}" type="presOf" srcId="{D7B9DBEA-15D1-4AF7-8344-2E8F9BE2C574}" destId="{F5D12CA4-3D6A-4F65-B9E5-D183B7782680}" srcOrd="0" destOrd="0" presId="urn:microsoft.com/office/officeart/2005/8/layout/vList2"/>
    <dgm:cxn modelId="{80E593D9-255B-4FA8-B102-E32190A6182D}" type="presParOf" srcId="{F5D12CA4-3D6A-4F65-B9E5-D183B7782680}" destId="{95CCBA6D-FDA7-4ACB-8CD9-258865D2F12C}" srcOrd="0" destOrd="0" presId="urn:microsoft.com/office/officeart/2005/8/layout/vList2"/>
    <dgm:cxn modelId="{713406BA-366A-4FD8-A806-F205B5182448}" type="presParOf" srcId="{F5D12CA4-3D6A-4F65-B9E5-D183B7782680}" destId="{FEEC2C1F-C8F0-4848-9343-C49C758AA0F8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B9DBEA-15D1-4AF7-8344-2E8F9BE2C574}" type="doc">
      <dgm:prSet loTypeId="urn:microsoft.com/office/officeart/2005/8/layout/vList2" loCatId="list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6A6D21CE-94A9-4559-9ABE-94FDE7390383}">
      <dgm:prSet custT="1"/>
      <dgm:spPr/>
      <dgm:t>
        <a:bodyPr/>
        <a:lstStyle/>
        <a:p>
          <a:pPr algn="ctr">
            <a:lnSpc>
              <a:spcPct val="90000"/>
            </a:lnSpc>
          </a:pPr>
          <a:r>
            <a:rPr lang="en-US" sz="1900" b="0" i="0">
              <a:ea typeface="+mn-ea"/>
              <a:cs typeface="+mn-cs"/>
            </a:rPr>
            <a:t> Administrative Burden</a:t>
          </a:r>
          <a:endParaRPr lang="en-US" sz="1900">
            <a:ea typeface="+mn-ea"/>
            <a:cs typeface="+mn-cs"/>
          </a:endParaRPr>
        </a:p>
      </dgm:t>
    </dgm:pt>
    <dgm:pt modelId="{AF3DF028-578D-442E-874F-4AD65D6E9FFA}" type="parTrans" cxnId="{9661E8D1-725D-4616-BC93-B110B24096F1}">
      <dgm:prSet/>
      <dgm:spPr/>
      <dgm:t>
        <a:bodyPr/>
        <a:lstStyle/>
        <a:p>
          <a:pPr algn="ctr"/>
          <a:endParaRPr lang="en-US"/>
        </a:p>
      </dgm:t>
    </dgm:pt>
    <dgm:pt modelId="{114C52BE-8221-49DF-A427-60672CD78801}" type="sibTrans" cxnId="{9661E8D1-725D-4616-BC93-B110B24096F1}">
      <dgm:prSet/>
      <dgm:spPr/>
      <dgm:t>
        <a:bodyPr/>
        <a:lstStyle/>
        <a:p>
          <a:pPr algn="ctr"/>
          <a:endParaRPr lang="en-US"/>
        </a:p>
      </dgm:t>
    </dgm:pt>
    <dgm:pt modelId="{7718E5DD-3A4C-453F-9067-BCB2CC7F01D7}">
      <dgm:prSet custT="1"/>
      <dgm:spPr/>
      <dgm:t>
        <a:bodyPr/>
        <a:lstStyle/>
        <a:p>
          <a:pPr marL="0" indent="0" algn="l" rtl="0">
            <a:lnSpc>
              <a:spcPct val="100000"/>
            </a:lnSpc>
            <a:spcAft>
              <a:spcPts val="0"/>
            </a:spcAft>
            <a:buNone/>
          </a:pPr>
          <a:r>
            <a:rPr lang="en-US" sz="2000" b="0" i="0">
              <a:latin typeface="Arial"/>
              <a:ea typeface="+mn-ea"/>
              <a:cs typeface="+mn-cs"/>
            </a:rPr>
            <a:t>Due operate</a:t>
          </a:r>
          <a:r>
            <a:rPr lang="en-US" sz="2000" b="0" i="0">
              <a:ea typeface="+mn-ea"/>
              <a:cs typeface="+mn-cs"/>
            </a:rPr>
            <a:t> </a:t>
          </a:r>
          <a:r>
            <a:rPr lang="en-US" sz="2000" b="0" i="0">
              <a:latin typeface="Arial"/>
              <a:ea typeface="+mn-ea"/>
              <a:cs typeface="+mn-cs"/>
            </a:rPr>
            <a:t>the various systems working </a:t>
          </a:r>
          <a:r>
            <a:rPr lang="en-US" sz="2000" b="0" i="0">
              <a:ea typeface="+mn-ea"/>
              <a:cs typeface="+mn-cs"/>
            </a:rPr>
            <a:t>independently with no direct interoperability or shared data framework.</a:t>
          </a:r>
          <a:endParaRPr lang="en-US" sz="2000">
            <a:ea typeface="+mn-ea"/>
            <a:cs typeface="+mn-cs"/>
          </a:endParaRPr>
        </a:p>
      </dgm:t>
    </dgm:pt>
    <dgm:pt modelId="{4A809A8B-156D-4AE6-9456-D418A0AF293B}" type="parTrans" cxnId="{5290283A-6BEA-4E78-B4E4-EEDAE70CD82A}">
      <dgm:prSet/>
      <dgm:spPr/>
      <dgm:t>
        <a:bodyPr/>
        <a:lstStyle/>
        <a:p>
          <a:pPr algn="ctr"/>
          <a:endParaRPr lang="en-US"/>
        </a:p>
      </dgm:t>
    </dgm:pt>
    <dgm:pt modelId="{710F93A2-6C45-43E8-AED4-48991CB9140A}" type="sibTrans" cxnId="{5290283A-6BEA-4E78-B4E4-EEDAE70CD82A}">
      <dgm:prSet/>
      <dgm:spPr/>
      <dgm:t>
        <a:bodyPr/>
        <a:lstStyle/>
        <a:p>
          <a:pPr algn="ctr"/>
          <a:endParaRPr lang="en-US"/>
        </a:p>
      </dgm:t>
    </dgm:pt>
    <dgm:pt modelId="{F5D12CA4-3D6A-4F65-B9E5-D183B7782680}" type="pres">
      <dgm:prSet presAssocID="{D7B9DBEA-15D1-4AF7-8344-2E8F9BE2C574}" presName="linear" presStyleCnt="0">
        <dgm:presLayoutVars>
          <dgm:animLvl val="lvl"/>
          <dgm:resizeHandles val="exact"/>
        </dgm:presLayoutVars>
      </dgm:prSet>
      <dgm:spPr/>
    </dgm:pt>
    <dgm:pt modelId="{95CCBA6D-FDA7-4ACB-8CD9-258865D2F12C}" type="pres">
      <dgm:prSet presAssocID="{6A6D21CE-94A9-4559-9ABE-94FDE7390383}" presName="parentText" presStyleLbl="node1" presStyleIdx="0" presStyleCnt="1" custScaleX="58227" custScaleY="77092" custLinFactNeighborX="-2124" custLinFactNeighborY="-908">
        <dgm:presLayoutVars>
          <dgm:chMax val="0"/>
          <dgm:bulletEnabled val="1"/>
        </dgm:presLayoutVars>
      </dgm:prSet>
      <dgm:spPr/>
    </dgm:pt>
    <dgm:pt modelId="{2582E65C-39BB-4E36-8621-097DC2C7E710}" type="pres">
      <dgm:prSet presAssocID="{6A6D21CE-94A9-4559-9ABE-94FDE7390383}" presName="childText" presStyleLbl="revTx" presStyleIdx="0" presStyleCnt="1" custScaleX="92013" custScaleY="126225">
        <dgm:presLayoutVars>
          <dgm:bulletEnabled val="1"/>
        </dgm:presLayoutVars>
      </dgm:prSet>
      <dgm:spPr/>
    </dgm:pt>
  </dgm:ptLst>
  <dgm:cxnLst>
    <dgm:cxn modelId="{5290283A-6BEA-4E78-B4E4-EEDAE70CD82A}" srcId="{6A6D21CE-94A9-4559-9ABE-94FDE7390383}" destId="{7718E5DD-3A4C-453F-9067-BCB2CC7F01D7}" srcOrd="0" destOrd="0" parTransId="{4A809A8B-156D-4AE6-9456-D418A0AF293B}" sibTransId="{710F93A2-6C45-43E8-AED4-48991CB9140A}"/>
    <dgm:cxn modelId="{B25E374F-2150-426D-9FAC-4103477D26E2}" type="presOf" srcId="{6A6D21CE-94A9-4559-9ABE-94FDE7390383}" destId="{95CCBA6D-FDA7-4ACB-8CD9-258865D2F12C}" srcOrd="0" destOrd="0" presId="urn:microsoft.com/office/officeart/2005/8/layout/vList2"/>
    <dgm:cxn modelId="{893F7457-CC75-4250-9041-898F1E1D5D67}" type="presOf" srcId="{7718E5DD-3A4C-453F-9067-BCB2CC7F01D7}" destId="{2582E65C-39BB-4E36-8621-097DC2C7E710}" srcOrd="0" destOrd="0" presId="urn:microsoft.com/office/officeart/2005/8/layout/vList2"/>
    <dgm:cxn modelId="{9661E8D1-725D-4616-BC93-B110B24096F1}" srcId="{D7B9DBEA-15D1-4AF7-8344-2E8F9BE2C574}" destId="{6A6D21CE-94A9-4559-9ABE-94FDE7390383}" srcOrd="0" destOrd="0" parTransId="{AF3DF028-578D-442E-874F-4AD65D6E9FFA}" sibTransId="{114C52BE-8221-49DF-A427-60672CD78801}"/>
    <dgm:cxn modelId="{F9A103F4-AAAC-4697-96B8-6E33DDF6E9FD}" type="presOf" srcId="{D7B9DBEA-15D1-4AF7-8344-2E8F9BE2C574}" destId="{F5D12CA4-3D6A-4F65-B9E5-D183B7782680}" srcOrd="0" destOrd="0" presId="urn:microsoft.com/office/officeart/2005/8/layout/vList2"/>
    <dgm:cxn modelId="{1C31D5E0-CDDE-45E7-8845-1669DBC7AE48}" type="presParOf" srcId="{F5D12CA4-3D6A-4F65-B9E5-D183B7782680}" destId="{95CCBA6D-FDA7-4ACB-8CD9-258865D2F12C}" srcOrd="0" destOrd="0" presId="urn:microsoft.com/office/officeart/2005/8/layout/vList2"/>
    <dgm:cxn modelId="{CD441842-3DBC-4B06-95BC-A1C565F33C15}" type="presParOf" srcId="{F5D12CA4-3D6A-4F65-B9E5-D183B7782680}" destId="{2582E65C-39BB-4E36-8621-097DC2C7E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6C6B5F7-3739-4A04-8780-CB63DAAA752D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673AF484-AFF1-4DBE-964C-23B4BE9862BB}">
      <dgm:prSet/>
      <dgm:spPr/>
      <dgm:t>
        <a:bodyPr/>
        <a:lstStyle/>
        <a:p>
          <a:r>
            <a:rPr lang="en-US" b="0" i="0"/>
            <a:t>Primary Objective</a:t>
          </a:r>
          <a:endParaRPr lang="en-US"/>
        </a:p>
      </dgm:t>
    </dgm:pt>
    <dgm:pt modelId="{9FE23521-8FDF-4194-B821-999708AACB86}" type="parTrans" cxnId="{A9E8CBE0-A8FE-4C2F-9092-D12F765969B8}">
      <dgm:prSet/>
      <dgm:spPr/>
      <dgm:t>
        <a:bodyPr/>
        <a:lstStyle/>
        <a:p>
          <a:endParaRPr lang="en-US"/>
        </a:p>
      </dgm:t>
    </dgm:pt>
    <dgm:pt modelId="{B7787B40-0F11-475A-AB22-4B21B65466C7}" type="sibTrans" cxnId="{A9E8CBE0-A8FE-4C2F-9092-D12F765969B8}">
      <dgm:prSet/>
      <dgm:spPr/>
      <dgm:t>
        <a:bodyPr/>
        <a:lstStyle/>
        <a:p>
          <a:endParaRPr lang="en-US"/>
        </a:p>
      </dgm:t>
    </dgm:pt>
    <dgm:pt modelId="{4F847619-903E-4855-BA03-15D3E7622D69}">
      <dgm:prSet/>
      <dgm:spPr/>
      <dgm:t>
        <a:bodyPr/>
        <a:lstStyle/>
        <a:p>
          <a:r>
            <a:rPr lang="en-US" b="0" i="0"/>
            <a:t>Research Question</a:t>
          </a:r>
          <a:endParaRPr lang="en-US"/>
        </a:p>
      </dgm:t>
    </dgm:pt>
    <dgm:pt modelId="{C0D836E4-C0F7-4B20-8057-92BD78072982}" type="parTrans" cxnId="{7FE3980A-8416-4FC4-A74C-36333B44FE69}">
      <dgm:prSet/>
      <dgm:spPr/>
      <dgm:t>
        <a:bodyPr/>
        <a:lstStyle/>
        <a:p>
          <a:endParaRPr lang="en-US"/>
        </a:p>
      </dgm:t>
    </dgm:pt>
    <dgm:pt modelId="{E533A4F1-4FC7-4370-9BFB-510303072247}" type="sibTrans" cxnId="{7FE3980A-8416-4FC4-A74C-36333B44FE69}">
      <dgm:prSet/>
      <dgm:spPr/>
      <dgm:t>
        <a:bodyPr/>
        <a:lstStyle/>
        <a:p>
          <a:endParaRPr lang="en-US"/>
        </a:p>
      </dgm:t>
    </dgm:pt>
    <dgm:pt modelId="{EE338F09-E8BC-48A2-ACF7-B3415CC0B4BA}">
      <dgm:prSet/>
      <dgm:spPr/>
      <dgm:t>
        <a:bodyPr/>
        <a:lstStyle/>
        <a:p>
          <a:pPr marL="0" indent="0">
            <a:lnSpc>
              <a:spcPct val="100000"/>
            </a:lnSpc>
            <a:spcAft>
              <a:spcPts val="0"/>
            </a:spcAft>
            <a:buNone/>
          </a:pPr>
          <a:r>
            <a:rPr lang="en-US" b="0" i="0"/>
            <a:t>Design a secure, consent-based healthcare information system to facilitate data exchange between Clayton State University Health Services, GRITS, and Atrium Health.</a:t>
          </a:r>
          <a:endParaRPr lang="en-US"/>
        </a:p>
      </dgm:t>
    </dgm:pt>
    <dgm:pt modelId="{2609E3E1-CE96-4F86-9205-E6BCD6A91992}" type="parTrans" cxnId="{6E500D2A-1EA2-45DB-ADA4-D309757D8F61}">
      <dgm:prSet/>
      <dgm:spPr/>
      <dgm:t>
        <a:bodyPr/>
        <a:lstStyle/>
        <a:p>
          <a:endParaRPr lang="en-US"/>
        </a:p>
      </dgm:t>
    </dgm:pt>
    <dgm:pt modelId="{CCEF34B2-4C2D-45C1-B11F-76CF0D4D9643}" type="sibTrans" cxnId="{6E500D2A-1EA2-45DB-ADA4-D309757D8F61}">
      <dgm:prSet/>
      <dgm:spPr/>
      <dgm:t>
        <a:bodyPr/>
        <a:lstStyle/>
        <a:p>
          <a:endParaRPr lang="en-US"/>
        </a:p>
      </dgm:t>
    </dgm:pt>
    <dgm:pt modelId="{25009C2F-2592-4B14-8757-313A70ED08E8}">
      <dgm:prSet/>
      <dgm:spPr/>
      <dgm:t>
        <a:bodyPr/>
        <a:lstStyle/>
        <a:p>
          <a:pPr marL="0" indent="0" rtl="0">
            <a:lnSpc>
              <a:spcPct val="100000"/>
            </a:lnSpc>
            <a:spcAft>
              <a:spcPts val="0"/>
            </a:spcAft>
            <a:buNone/>
          </a:pPr>
          <a:r>
            <a:rPr lang="en-US" b="0" i="0"/>
            <a:t>What are the functional and non-functional requirements for designing a health</a:t>
          </a:r>
          <a:r>
            <a:rPr lang="en-US" b="0" i="0">
              <a:latin typeface="Arial"/>
            </a:rPr>
            <a:t> care</a:t>
          </a:r>
          <a:r>
            <a:rPr lang="en-US" b="0" i="0"/>
            <a:t> </a:t>
          </a:r>
          <a:r>
            <a:rPr lang="en-US" b="0" i="0">
              <a:latin typeface="Arial"/>
            </a:rPr>
            <a:t>information system </a:t>
          </a:r>
          <a:r>
            <a:rPr lang="en-US" b="0" i="0"/>
            <a:t>for sharing student immunization records securely?</a:t>
          </a:r>
          <a:endParaRPr lang="en-US"/>
        </a:p>
      </dgm:t>
    </dgm:pt>
    <dgm:pt modelId="{1E99FD5A-0A31-4B7F-8E33-F3A42369043A}" type="parTrans" cxnId="{880A68C3-1714-43C5-8061-8972A3716B1A}">
      <dgm:prSet/>
      <dgm:spPr/>
      <dgm:t>
        <a:bodyPr/>
        <a:lstStyle/>
        <a:p>
          <a:endParaRPr lang="en-US"/>
        </a:p>
      </dgm:t>
    </dgm:pt>
    <dgm:pt modelId="{4C0C1623-8CF4-42FE-AF13-3A0BCDC761F0}" type="sibTrans" cxnId="{880A68C3-1714-43C5-8061-8972A3716B1A}">
      <dgm:prSet/>
      <dgm:spPr/>
      <dgm:t>
        <a:bodyPr/>
        <a:lstStyle/>
        <a:p>
          <a:endParaRPr lang="en-US"/>
        </a:p>
      </dgm:t>
    </dgm:pt>
    <dgm:pt modelId="{2502691B-BBEC-4D44-8062-F28741DD5341}" type="pres">
      <dgm:prSet presAssocID="{86C6B5F7-3739-4A04-8780-CB63DAAA752D}" presName="Name0" presStyleCnt="0">
        <dgm:presLayoutVars>
          <dgm:dir/>
          <dgm:animLvl val="lvl"/>
          <dgm:resizeHandles val="exact"/>
        </dgm:presLayoutVars>
      </dgm:prSet>
      <dgm:spPr/>
    </dgm:pt>
    <dgm:pt modelId="{C00075E0-D52C-411C-8D17-AE77E5605D62}" type="pres">
      <dgm:prSet presAssocID="{673AF484-AFF1-4DBE-964C-23B4BE9862BB}" presName="composite" presStyleCnt="0"/>
      <dgm:spPr/>
    </dgm:pt>
    <dgm:pt modelId="{89F093B2-0583-4C43-B174-A4DD009EBDA6}" type="pres">
      <dgm:prSet presAssocID="{673AF484-AFF1-4DBE-964C-23B4BE9862BB}" presName="parTx" presStyleLbl="alignNode1" presStyleIdx="0" presStyleCnt="2">
        <dgm:presLayoutVars>
          <dgm:chMax val="0"/>
          <dgm:chPref val="0"/>
          <dgm:bulletEnabled val="1"/>
        </dgm:presLayoutVars>
      </dgm:prSet>
      <dgm:spPr>
        <a:prstGeom prst="roundRect">
          <a:avLst/>
        </a:prstGeom>
      </dgm:spPr>
    </dgm:pt>
    <dgm:pt modelId="{1CCD11F1-00A4-4044-9996-B759936EA31C}" type="pres">
      <dgm:prSet presAssocID="{673AF484-AFF1-4DBE-964C-23B4BE9862BB}" presName="desTx" presStyleLbl="alignAccFollowNode1" presStyleIdx="0" presStyleCnt="2">
        <dgm:presLayoutVars>
          <dgm:bulletEnabled val="1"/>
        </dgm:presLayoutVars>
      </dgm:prSet>
      <dgm:spPr>
        <a:prstGeom prst="roundRect">
          <a:avLst/>
        </a:prstGeom>
      </dgm:spPr>
    </dgm:pt>
    <dgm:pt modelId="{7DE3A46F-09DE-41CD-940D-9D808E1E74D8}" type="pres">
      <dgm:prSet presAssocID="{B7787B40-0F11-475A-AB22-4B21B65466C7}" presName="space" presStyleCnt="0"/>
      <dgm:spPr/>
    </dgm:pt>
    <dgm:pt modelId="{4A536C77-1A11-462F-BBDF-4A801350DEE3}" type="pres">
      <dgm:prSet presAssocID="{4F847619-903E-4855-BA03-15D3E7622D69}" presName="composite" presStyleCnt="0"/>
      <dgm:spPr/>
    </dgm:pt>
    <dgm:pt modelId="{2A35C47B-F88A-4DA0-901E-BFC7D621B0CA}" type="pres">
      <dgm:prSet presAssocID="{4F847619-903E-4855-BA03-15D3E7622D69}" presName="parTx" presStyleLbl="alignNode1" presStyleIdx="1" presStyleCnt="2">
        <dgm:presLayoutVars>
          <dgm:chMax val="0"/>
          <dgm:chPref val="0"/>
          <dgm:bulletEnabled val="1"/>
        </dgm:presLayoutVars>
      </dgm:prSet>
      <dgm:spPr>
        <a:prstGeom prst="roundRect">
          <a:avLst/>
        </a:prstGeom>
      </dgm:spPr>
    </dgm:pt>
    <dgm:pt modelId="{D28DD3AE-3813-40E3-85C4-12264773F5F0}" type="pres">
      <dgm:prSet presAssocID="{4F847619-903E-4855-BA03-15D3E7622D69}" presName="desTx" presStyleLbl="alignAccFollowNode1" presStyleIdx="1" presStyleCnt="2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7FE3980A-8416-4FC4-A74C-36333B44FE69}" srcId="{86C6B5F7-3739-4A04-8780-CB63DAAA752D}" destId="{4F847619-903E-4855-BA03-15D3E7622D69}" srcOrd="1" destOrd="0" parTransId="{C0D836E4-C0F7-4B20-8057-92BD78072982}" sibTransId="{E533A4F1-4FC7-4370-9BFB-510303072247}"/>
    <dgm:cxn modelId="{6E500D2A-1EA2-45DB-ADA4-D309757D8F61}" srcId="{673AF484-AFF1-4DBE-964C-23B4BE9862BB}" destId="{EE338F09-E8BC-48A2-ACF7-B3415CC0B4BA}" srcOrd="0" destOrd="0" parTransId="{2609E3E1-CE96-4F86-9205-E6BCD6A91992}" sibTransId="{CCEF34B2-4C2D-45C1-B11F-76CF0D4D9643}"/>
    <dgm:cxn modelId="{D4426562-1993-4600-A223-B256D23F3B88}" type="presOf" srcId="{25009C2F-2592-4B14-8757-313A70ED08E8}" destId="{D28DD3AE-3813-40E3-85C4-12264773F5F0}" srcOrd="0" destOrd="0" presId="urn:microsoft.com/office/officeart/2005/8/layout/hList1"/>
    <dgm:cxn modelId="{3CC3406E-4F67-4A2C-BCF1-4BFF6D77711F}" type="presOf" srcId="{EE338F09-E8BC-48A2-ACF7-B3415CC0B4BA}" destId="{1CCD11F1-00A4-4044-9996-B759936EA31C}" srcOrd="0" destOrd="0" presId="urn:microsoft.com/office/officeart/2005/8/layout/hList1"/>
    <dgm:cxn modelId="{F7BEFC93-0DD2-4542-94FB-ABB79B842E2C}" type="presOf" srcId="{4F847619-903E-4855-BA03-15D3E7622D69}" destId="{2A35C47B-F88A-4DA0-901E-BFC7D621B0CA}" srcOrd="0" destOrd="0" presId="urn:microsoft.com/office/officeart/2005/8/layout/hList1"/>
    <dgm:cxn modelId="{3B5BE4B9-FBF7-4B01-A890-9A434912F083}" type="presOf" srcId="{86C6B5F7-3739-4A04-8780-CB63DAAA752D}" destId="{2502691B-BBEC-4D44-8062-F28741DD5341}" srcOrd="0" destOrd="0" presId="urn:microsoft.com/office/officeart/2005/8/layout/hList1"/>
    <dgm:cxn modelId="{880A68C3-1714-43C5-8061-8972A3716B1A}" srcId="{4F847619-903E-4855-BA03-15D3E7622D69}" destId="{25009C2F-2592-4B14-8757-313A70ED08E8}" srcOrd="0" destOrd="0" parTransId="{1E99FD5A-0A31-4B7F-8E33-F3A42369043A}" sibTransId="{4C0C1623-8CF4-42FE-AF13-3A0BCDC761F0}"/>
    <dgm:cxn modelId="{A9E8CBE0-A8FE-4C2F-9092-D12F765969B8}" srcId="{86C6B5F7-3739-4A04-8780-CB63DAAA752D}" destId="{673AF484-AFF1-4DBE-964C-23B4BE9862BB}" srcOrd="0" destOrd="0" parTransId="{9FE23521-8FDF-4194-B821-999708AACB86}" sibTransId="{B7787B40-0F11-475A-AB22-4B21B65466C7}"/>
    <dgm:cxn modelId="{F3D390E8-A488-4457-B8D2-AE0DA9E52F82}" type="presOf" srcId="{673AF484-AFF1-4DBE-964C-23B4BE9862BB}" destId="{89F093B2-0583-4C43-B174-A4DD009EBDA6}" srcOrd="0" destOrd="0" presId="urn:microsoft.com/office/officeart/2005/8/layout/hList1"/>
    <dgm:cxn modelId="{161D9A17-B7F9-4D65-988F-50A1F7EA1E8D}" type="presParOf" srcId="{2502691B-BBEC-4D44-8062-F28741DD5341}" destId="{C00075E0-D52C-411C-8D17-AE77E5605D62}" srcOrd="0" destOrd="0" presId="urn:microsoft.com/office/officeart/2005/8/layout/hList1"/>
    <dgm:cxn modelId="{AC9F7940-CC37-4090-83D8-98FD76B2C98E}" type="presParOf" srcId="{C00075E0-D52C-411C-8D17-AE77E5605D62}" destId="{89F093B2-0583-4C43-B174-A4DD009EBDA6}" srcOrd="0" destOrd="0" presId="urn:microsoft.com/office/officeart/2005/8/layout/hList1"/>
    <dgm:cxn modelId="{F72E28C5-4F8F-4EC3-82D9-DE18E898B221}" type="presParOf" srcId="{C00075E0-D52C-411C-8D17-AE77E5605D62}" destId="{1CCD11F1-00A4-4044-9996-B759936EA31C}" srcOrd="1" destOrd="0" presId="urn:microsoft.com/office/officeart/2005/8/layout/hList1"/>
    <dgm:cxn modelId="{68AD1EA1-A519-408E-877B-5C0FC6A100BD}" type="presParOf" srcId="{2502691B-BBEC-4D44-8062-F28741DD5341}" destId="{7DE3A46F-09DE-41CD-940D-9D808E1E74D8}" srcOrd="1" destOrd="0" presId="urn:microsoft.com/office/officeart/2005/8/layout/hList1"/>
    <dgm:cxn modelId="{76B9A51F-15C8-40E1-AE95-37CE6D652303}" type="presParOf" srcId="{2502691B-BBEC-4D44-8062-F28741DD5341}" destId="{4A536C77-1A11-462F-BBDF-4A801350DEE3}" srcOrd="2" destOrd="0" presId="urn:microsoft.com/office/officeart/2005/8/layout/hList1"/>
    <dgm:cxn modelId="{E2017EB6-186E-4222-810E-ABC808C9558D}" type="presParOf" srcId="{4A536C77-1A11-462F-BBDF-4A801350DEE3}" destId="{2A35C47B-F88A-4DA0-901E-BFC7D621B0CA}" srcOrd="0" destOrd="0" presId="urn:microsoft.com/office/officeart/2005/8/layout/hList1"/>
    <dgm:cxn modelId="{5FC134FA-3D09-474E-BB95-66118C924815}" type="presParOf" srcId="{4A536C77-1A11-462F-BBDF-4A801350DEE3}" destId="{D28DD3AE-3813-40E3-85C4-12264773F5F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09E5F6E-2891-4EC0-97FC-9121FB2C3216}" type="doc">
      <dgm:prSet loTypeId="urn:microsoft.com/office/officeart/2005/8/layout/list1" loCatId="list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534B151E-4ACE-446C-A2B9-D10B066681DD}">
      <dgm:prSet/>
      <dgm:spPr/>
      <dgm:t>
        <a:bodyPr/>
        <a:lstStyle/>
        <a:p>
          <a:pPr indent="0" algn="ctr">
            <a:lnSpc>
              <a:spcPct val="100000"/>
            </a:lnSpc>
          </a:pPr>
          <a:r>
            <a:rPr lang="en-US" sz="2300" b="0" i="0">
              <a:solidFill>
                <a:srgbClr val="FFFFFF"/>
              </a:solidFill>
              <a:ea typeface="+mn-ea"/>
              <a:cs typeface="+mn-cs"/>
            </a:rPr>
            <a:t>Qualitative Framework</a:t>
          </a:r>
          <a:endParaRPr lang="en-US" sz="2300">
            <a:solidFill>
              <a:srgbClr val="FFFFFF"/>
            </a:solidFill>
            <a:ea typeface="+mn-ea"/>
            <a:cs typeface="+mn-cs"/>
          </a:endParaRPr>
        </a:p>
      </dgm:t>
    </dgm:pt>
    <dgm:pt modelId="{3A40A615-BB41-4C40-A941-543E46F85B1A}" type="parTrans" cxnId="{0BAA13DC-2A54-490A-8106-B7E8B280803D}">
      <dgm:prSet/>
      <dgm:spPr/>
      <dgm:t>
        <a:bodyPr/>
        <a:lstStyle/>
        <a:p>
          <a:pPr indent="0" algn="ctr">
            <a:lnSpc>
              <a:spcPct val="100000"/>
            </a:lnSpc>
          </a:pPr>
          <a:endParaRPr lang="en-US"/>
        </a:p>
      </dgm:t>
    </dgm:pt>
    <dgm:pt modelId="{C6EC6F48-81DF-4F05-B9FB-1DE2DA467699}" type="sibTrans" cxnId="{0BAA13DC-2A54-490A-8106-B7E8B280803D}">
      <dgm:prSet/>
      <dgm:spPr/>
      <dgm:t>
        <a:bodyPr/>
        <a:lstStyle/>
        <a:p>
          <a:pPr indent="0" algn="ctr">
            <a:lnSpc>
              <a:spcPct val="100000"/>
            </a:lnSpc>
          </a:pPr>
          <a:endParaRPr lang="en-US"/>
        </a:p>
      </dgm:t>
    </dgm:pt>
    <dgm:pt modelId="{31183DAF-8874-4B53-B9F3-CAE6E677F05D}">
      <dgm:prSet/>
      <dgm:spPr/>
      <dgm:t>
        <a:bodyPr/>
        <a:lstStyle/>
        <a:p>
          <a:pPr indent="0" algn="l" rtl="0">
            <a:lnSpc>
              <a:spcPct val="100000"/>
            </a:lnSpc>
            <a:buNone/>
          </a:pPr>
          <a:r>
            <a:rPr lang="en-US" sz="2300" b="0" i="0">
              <a:ea typeface="+mn-ea"/>
              <a:cs typeface="+mn-cs"/>
            </a:rPr>
            <a:t>The study</a:t>
          </a:r>
          <a:r>
            <a:rPr lang="en-US" sz="2300" b="0" i="0">
              <a:latin typeface="Arial"/>
              <a:ea typeface="+mn-ea"/>
              <a:cs typeface="+mn-cs"/>
            </a:rPr>
            <a:t> used</a:t>
          </a:r>
          <a:r>
            <a:rPr lang="en-US" sz="2300" b="0" i="0">
              <a:ea typeface="+mn-ea"/>
              <a:cs typeface="+mn-cs"/>
            </a:rPr>
            <a:t> a qualitative approach</a:t>
          </a:r>
          <a:r>
            <a:rPr lang="en-US" sz="2300" b="0" i="0">
              <a:latin typeface="Arial"/>
              <a:ea typeface="+mn-ea"/>
              <a:cs typeface="+mn-cs"/>
            </a:rPr>
            <a:t> by</a:t>
          </a:r>
          <a:r>
            <a:rPr lang="en-US" sz="2300" b="0" i="0">
              <a:ea typeface="+mn-ea"/>
              <a:cs typeface="+mn-cs"/>
            </a:rPr>
            <a:t> </a:t>
          </a:r>
          <a:r>
            <a:rPr lang="en-US" sz="2300" b="0" i="0">
              <a:latin typeface="Arial"/>
              <a:ea typeface="+mn-ea"/>
              <a:cs typeface="+mn-cs"/>
            </a:rPr>
            <a:t>conducting </a:t>
          </a:r>
          <a:r>
            <a:rPr lang="en-US" sz="2300" b="0" i="0">
              <a:ea typeface="+mn-ea"/>
              <a:cs typeface="+mn-cs"/>
            </a:rPr>
            <a:t>semi-structured interviews to explore system challenges and requirements among Atrium Health staff.</a:t>
          </a:r>
          <a:endParaRPr lang="en-US" sz="2300">
            <a:ea typeface="+mn-ea"/>
            <a:cs typeface="+mn-cs"/>
          </a:endParaRPr>
        </a:p>
      </dgm:t>
    </dgm:pt>
    <dgm:pt modelId="{36893192-B803-4D56-A343-66125600B9C1}" type="parTrans" cxnId="{00E0AE51-DF64-45B3-98C3-452E687F6A6C}">
      <dgm:prSet/>
      <dgm:spPr/>
      <dgm:t>
        <a:bodyPr/>
        <a:lstStyle/>
        <a:p>
          <a:pPr indent="0" algn="ctr">
            <a:lnSpc>
              <a:spcPct val="100000"/>
            </a:lnSpc>
          </a:pPr>
          <a:endParaRPr lang="en-US"/>
        </a:p>
      </dgm:t>
    </dgm:pt>
    <dgm:pt modelId="{845B889F-DF8B-42CC-B2B0-D191ECCAD3CB}" type="sibTrans" cxnId="{00E0AE51-DF64-45B3-98C3-452E687F6A6C}">
      <dgm:prSet/>
      <dgm:spPr/>
      <dgm:t>
        <a:bodyPr/>
        <a:lstStyle/>
        <a:p>
          <a:pPr indent="0" algn="ctr">
            <a:lnSpc>
              <a:spcPct val="100000"/>
            </a:lnSpc>
          </a:pPr>
          <a:endParaRPr lang="en-US"/>
        </a:p>
      </dgm:t>
    </dgm:pt>
    <dgm:pt modelId="{C642EFDF-89EC-487D-86F4-F449E648E2BA}">
      <dgm:prSet/>
      <dgm:spPr/>
      <dgm:t>
        <a:bodyPr/>
        <a:lstStyle/>
        <a:p>
          <a:pPr indent="0" algn="ctr">
            <a:lnSpc>
              <a:spcPct val="100000"/>
            </a:lnSpc>
          </a:pPr>
          <a:r>
            <a:rPr lang="en-US" sz="2300" b="0" i="0">
              <a:solidFill>
                <a:srgbClr val="FFFFFF"/>
              </a:solidFill>
              <a:ea typeface="+mn-ea"/>
              <a:cs typeface="+mn-cs"/>
            </a:rPr>
            <a:t>Data Collection</a:t>
          </a:r>
          <a:endParaRPr lang="en-US" sz="2300">
            <a:solidFill>
              <a:srgbClr val="FFFFFF"/>
            </a:solidFill>
            <a:ea typeface="+mn-ea"/>
            <a:cs typeface="+mn-cs"/>
          </a:endParaRPr>
        </a:p>
      </dgm:t>
    </dgm:pt>
    <dgm:pt modelId="{2076F8C6-F31A-45DA-A487-FCC27E492163}" type="parTrans" cxnId="{495DB0C5-FD87-4CDF-A366-F5CE6C1661F8}">
      <dgm:prSet/>
      <dgm:spPr/>
      <dgm:t>
        <a:bodyPr/>
        <a:lstStyle/>
        <a:p>
          <a:pPr indent="0" algn="ctr">
            <a:lnSpc>
              <a:spcPct val="100000"/>
            </a:lnSpc>
          </a:pPr>
          <a:endParaRPr lang="en-US"/>
        </a:p>
      </dgm:t>
    </dgm:pt>
    <dgm:pt modelId="{9DC70A0D-CAA9-40B1-B06B-9A33A4EA8655}" type="sibTrans" cxnId="{495DB0C5-FD87-4CDF-A366-F5CE6C1661F8}">
      <dgm:prSet/>
      <dgm:spPr/>
      <dgm:t>
        <a:bodyPr/>
        <a:lstStyle/>
        <a:p>
          <a:pPr indent="0" algn="ctr">
            <a:lnSpc>
              <a:spcPct val="100000"/>
            </a:lnSpc>
          </a:pPr>
          <a:endParaRPr lang="en-US"/>
        </a:p>
      </dgm:t>
    </dgm:pt>
    <dgm:pt modelId="{FC337962-D73B-4930-9C0B-B3AC9EC47E5F}">
      <dgm:prSet/>
      <dgm:spPr/>
      <dgm:t>
        <a:bodyPr/>
        <a:lstStyle/>
        <a:p>
          <a:pPr indent="0" algn="l">
            <a:lnSpc>
              <a:spcPct val="100000"/>
            </a:lnSpc>
            <a:buNone/>
          </a:pPr>
          <a:r>
            <a:rPr lang="en-US" sz="2300" b="0" i="0">
              <a:ea typeface="+mn-ea"/>
              <a:cs typeface="+mn-cs"/>
            </a:rPr>
            <a:t>Interview questions focused on operational inefficiencies, consent management, and desired features of an integrated healthcare system.</a:t>
          </a:r>
          <a:endParaRPr lang="en-US" sz="2300">
            <a:ea typeface="+mn-ea"/>
            <a:cs typeface="+mn-cs"/>
          </a:endParaRPr>
        </a:p>
      </dgm:t>
    </dgm:pt>
    <dgm:pt modelId="{768E85EE-6615-4625-A36C-EB2C3A793E3B}" type="parTrans" cxnId="{60CC0379-44FF-4042-BCD2-F91684074002}">
      <dgm:prSet/>
      <dgm:spPr/>
      <dgm:t>
        <a:bodyPr/>
        <a:lstStyle/>
        <a:p>
          <a:pPr indent="0" algn="ctr">
            <a:lnSpc>
              <a:spcPct val="100000"/>
            </a:lnSpc>
          </a:pPr>
          <a:endParaRPr lang="en-US"/>
        </a:p>
      </dgm:t>
    </dgm:pt>
    <dgm:pt modelId="{4211CBF1-C8D5-453C-B03A-1EB607BD4D36}" type="sibTrans" cxnId="{60CC0379-44FF-4042-BCD2-F91684074002}">
      <dgm:prSet/>
      <dgm:spPr/>
      <dgm:t>
        <a:bodyPr/>
        <a:lstStyle/>
        <a:p>
          <a:pPr indent="0" algn="ctr">
            <a:lnSpc>
              <a:spcPct val="100000"/>
            </a:lnSpc>
          </a:pPr>
          <a:endParaRPr lang="en-US"/>
        </a:p>
      </dgm:t>
    </dgm:pt>
    <dgm:pt modelId="{9086A5E1-13B5-477C-B65A-42CC2636C8BD}">
      <dgm:prSet/>
      <dgm:spPr/>
      <dgm:t>
        <a:bodyPr/>
        <a:lstStyle/>
        <a:p>
          <a:pPr indent="0" algn="ctr">
            <a:lnSpc>
              <a:spcPct val="100000"/>
            </a:lnSpc>
          </a:pPr>
          <a:r>
            <a:rPr lang="en-US" sz="2300" b="0" i="0">
              <a:solidFill>
                <a:srgbClr val="FFFFFF"/>
              </a:solidFill>
              <a:ea typeface="+mn-ea"/>
              <a:cs typeface="+mn-cs"/>
            </a:rPr>
            <a:t>Ethical Considerations</a:t>
          </a:r>
          <a:endParaRPr lang="en-US" sz="2300">
            <a:solidFill>
              <a:srgbClr val="FFFFFF"/>
            </a:solidFill>
            <a:ea typeface="+mn-ea"/>
            <a:cs typeface="+mn-cs"/>
          </a:endParaRPr>
        </a:p>
      </dgm:t>
    </dgm:pt>
    <dgm:pt modelId="{8F039077-DB38-4998-82F4-041CEE62D03A}" type="parTrans" cxnId="{374B13B3-A40F-4332-92B0-08DF0260433F}">
      <dgm:prSet/>
      <dgm:spPr/>
      <dgm:t>
        <a:bodyPr/>
        <a:lstStyle/>
        <a:p>
          <a:pPr indent="0" algn="ctr">
            <a:lnSpc>
              <a:spcPct val="100000"/>
            </a:lnSpc>
          </a:pPr>
          <a:endParaRPr lang="en-US"/>
        </a:p>
      </dgm:t>
    </dgm:pt>
    <dgm:pt modelId="{0B6931C6-59EE-4FE9-A599-2BE0B0A038B7}" type="sibTrans" cxnId="{374B13B3-A40F-4332-92B0-08DF0260433F}">
      <dgm:prSet/>
      <dgm:spPr/>
      <dgm:t>
        <a:bodyPr/>
        <a:lstStyle/>
        <a:p>
          <a:pPr indent="0" algn="ctr">
            <a:lnSpc>
              <a:spcPct val="100000"/>
            </a:lnSpc>
          </a:pPr>
          <a:endParaRPr lang="en-US"/>
        </a:p>
      </dgm:t>
    </dgm:pt>
    <dgm:pt modelId="{E488A198-D83B-4B80-8A29-6725774D7A28}">
      <dgm:prSet/>
      <dgm:spPr/>
      <dgm:t>
        <a:bodyPr/>
        <a:lstStyle/>
        <a:p>
          <a:pPr indent="0" algn="l">
            <a:lnSpc>
              <a:spcPct val="100000"/>
            </a:lnSpc>
            <a:buNone/>
          </a:pPr>
          <a:r>
            <a:rPr lang="en-US" sz="2300" b="0" i="0">
              <a:ea typeface="+mn-ea"/>
              <a:cs typeface="+mn-cs"/>
            </a:rPr>
            <a:t>Confidentiality and informed consent were prioritized, ensuring compliance with institutional ethics and data protection standards.</a:t>
          </a:r>
          <a:endParaRPr lang="en-US" sz="2300">
            <a:ea typeface="+mn-ea"/>
            <a:cs typeface="+mn-cs"/>
          </a:endParaRPr>
        </a:p>
      </dgm:t>
    </dgm:pt>
    <dgm:pt modelId="{3E5FB393-DB36-4FD3-A47A-E3511A36D5D4}" type="parTrans" cxnId="{709CB3E5-4ABD-4F2C-834B-FABF7BDC69AE}">
      <dgm:prSet/>
      <dgm:spPr/>
      <dgm:t>
        <a:bodyPr/>
        <a:lstStyle/>
        <a:p>
          <a:pPr indent="0" algn="ctr">
            <a:lnSpc>
              <a:spcPct val="100000"/>
            </a:lnSpc>
          </a:pPr>
          <a:endParaRPr lang="en-US"/>
        </a:p>
      </dgm:t>
    </dgm:pt>
    <dgm:pt modelId="{92C155D8-FD8F-40E7-A7A2-C175C8548407}" type="sibTrans" cxnId="{709CB3E5-4ABD-4F2C-834B-FABF7BDC69AE}">
      <dgm:prSet/>
      <dgm:spPr/>
      <dgm:t>
        <a:bodyPr/>
        <a:lstStyle/>
        <a:p>
          <a:pPr indent="0" algn="ctr">
            <a:lnSpc>
              <a:spcPct val="100000"/>
            </a:lnSpc>
          </a:pPr>
          <a:endParaRPr lang="en-US"/>
        </a:p>
      </dgm:t>
    </dgm:pt>
    <dgm:pt modelId="{112B5478-D787-48C4-AFE3-7328FF662ED7}" type="pres">
      <dgm:prSet presAssocID="{E09E5F6E-2891-4EC0-97FC-9121FB2C3216}" presName="linear" presStyleCnt="0">
        <dgm:presLayoutVars>
          <dgm:dir/>
          <dgm:animLvl val="lvl"/>
          <dgm:resizeHandles val="exact"/>
        </dgm:presLayoutVars>
      </dgm:prSet>
      <dgm:spPr/>
    </dgm:pt>
    <dgm:pt modelId="{587BA356-7969-4C39-9482-F74F9627DCAC}" type="pres">
      <dgm:prSet presAssocID="{534B151E-4ACE-446C-A2B9-D10B066681DD}" presName="parentLin" presStyleCnt="0"/>
      <dgm:spPr/>
    </dgm:pt>
    <dgm:pt modelId="{D6695A1B-1EC5-4D56-A6B8-DF5260367773}" type="pres">
      <dgm:prSet presAssocID="{534B151E-4ACE-446C-A2B9-D10B066681DD}" presName="parentLeftMargin" presStyleLbl="node1" presStyleIdx="0" presStyleCnt="3"/>
      <dgm:spPr/>
    </dgm:pt>
    <dgm:pt modelId="{845B0AF3-46FF-4241-B551-8BF3BE42D57B}" type="pres">
      <dgm:prSet presAssocID="{534B151E-4ACE-446C-A2B9-D10B066681D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F898647-6466-42B5-B41A-62D669DFF3E9}" type="pres">
      <dgm:prSet presAssocID="{534B151E-4ACE-446C-A2B9-D10B066681DD}" presName="negativeSpace" presStyleCnt="0"/>
      <dgm:spPr/>
    </dgm:pt>
    <dgm:pt modelId="{0B9C73BC-298C-4C88-BF47-8B696C23388D}" type="pres">
      <dgm:prSet presAssocID="{534B151E-4ACE-446C-A2B9-D10B066681DD}" presName="childText" presStyleLbl="conFgAcc1" presStyleIdx="0" presStyleCnt="3">
        <dgm:presLayoutVars>
          <dgm:bulletEnabled val="1"/>
        </dgm:presLayoutVars>
      </dgm:prSet>
      <dgm:spPr/>
    </dgm:pt>
    <dgm:pt modelId="{185ACDF3-5C83-4A4E-BEE6-56181068A39F}" type="pres">
      <dgm:prSet presAssocID="{C6EC6F48-81DF-4F05-B9FB-1DE2DA467699}" presName="spaceBetweenRectangles" presStyleCnt="0"/>
      <dgm:spPr/>
    </dgm:pt>
    <dgm:pt modelId="{91D45C5B-988C-4993-8C18-DCBE044EF59E}" type="pres">
      <dgm:prSet presAssocID="{C642EFDF-89EC-487D-86F4-F449E648E2BA}" presName="parentLin" presStyleCnt="0"/>
      <dgm:spPr/>
    </dgm:pt>
    <dgm:pt modelId="{5A33769E-4161-4DEB-B661-570DF9D65FF4}" type="pres">
      <dgm:prSet presAssocID="{C642EFDF-89EC-487D-86F4-F449E648E2BA}" presName="parentLeftMargin" presStyleLbl="node1" presStyleIdx="0" presStyleCnt="3"/>
      <dgm:spPr/>
    </dgm:pt>
    <dgm:pt modelId="{C102C488-4EB7-4CAB-9FE8-4B7A421C7C57}" type="pres">
      <dgm:prSet presAssocID="{C642EFDF-89EC-487D-86F4-F449E648E2B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D45C50D-C3DA-41AE-BC5D-6980E10001B1}" type="pres">
      <dgm:prSet presAssocID="{C642EFDF-89EC-487D-86F4-F449E648E2BA}" presName="negativeSpace" presStyleCnt="0"/>
      <dgm:spPr/>
    </dgm:pt>
    <dgm:pt modelId="{8AF71C5D-77C3-4B4F-920F-A919C33C4AA4}" type="pres">
      <dgm:prSet presAssocID="{C642EFDF-89EC-487D-86F4-F449E648E2BA}" presName="childText" presStyleLbl="conFgAcc1" presStyleIdx="1" presStyleCnt="3">
        <dgm:presLayoutVars>
          <dgm:bulletEnabled val="1"/>
        </dgm:presLayoutVars>
      </dgm:prSet>
      <dgm:spPr/>
    </dgm:pt>
    <dgm:pt modelId="{ACDFC55E-4CBD-4EEA-B525-991F351F53B0}" type="pres">
      <dgm:prSet presAssocID="{9DC70A0D-CAA9-40B1-B06B-9A33A4EA8655}" presName="spaceBetweenRectangles" presStyleCnt="0"/>
      <dgm:spPr/>
    </dgm:pt>
    <dgm:pt modelId="{EAC633DA-48F1-41C4-84BE-5DFA5DE8F2F8}" type="pres">
      <dgm:prSet presAssocID="{9086A5E1-13B5-477C-B65A-42CC2636C8BD}" presName="parentLin" presStyleCnt="0"/>
      <dgm:spPr/>
    </dgm:pt>
    <dgm:pt modelId="{76641640-B54F-4CDD-B9BB-9CBDC896B55C}" type="pres">
      <dgm:prSet presAssocID="{9086A5E1-13B5-477C-B65A-42CC2636C8BD}" presName="parentLeftMargin" presStyleLbl="node1" presStyleIdx="1" presStyleCnt="3"/>
      <dgm:spPr/>
    </dgm:pt>
    <dgm:pt modelId="{3500D2BC-DC09-46E5-9798-0E6823792F87}" type="pres">
      <dgm:prSet presAssocID="{9086A5E1-13B5-477C-B65A-42CC2636C8B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73D0A51-82D9-4931-B30F-D2A04344ECF8}" type="pres">
      <dgm:prSet presAssocID="{9086A5E1-13B5-477C-B65A-42CC2636C8BD}" presName="negativeSpace" presStyleCnt="0"/>
      <dgm:spPr/>
    </dgm:pt>
    <dgm:pt modelId="{BD7FEDA6-4CE3-477C-A0E2-EE59DDB6352D}" type="pres">
      <dgm:prSet presAssocID="{9086A5E1-13B5-477C-B65A-42CC2636C8B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751ED26-B094-4149-BEED-A846D84ADFFD}" type="presOf" srcId="{9086A5E1-13B5-477C-B65A-42CC2636C8BD}" destId="{76641640-B54F-4CDD-B9BB-9CBDC896B55C}" srcOrd="0" destOrd="0" presId="urn:microsoft.com/office/officeart/2005/8/layout/list1"/>
    <dgm:cxn modelId="{E2D43C30-CFE0-4E66-A0AF-7A8785F99D15}" type="presOf" srcId="{9086A5E1-13B5-477C-B65A-42CC2636C8BD}" destId="{3500D2BC-DC09-46E5-9798-0E6823792F87}" srcOrd="1" destOrd="0" presId="urn:microsoft.com/office/officeart/2005/8/layout/list1"/>
    <dgm:cxn modelId="{C8B49730-886B-4918-8D4E-CB68640B9D98}" type="presOf" srcId="{534B151E-4ACE-446C-A2B9-D10B066681DD}" destId="{D6695A1B-1EC5-4D56-A6B8-DF5260367773}" srcOrd="0" destOrd="0" presId="urn:microsoft.com/office/officeart/2005/8/layout/list1"/>
    <dgm:cxn modelId="{D7B6F564-C679-4A24-877B-8F54F464B30E}" type="presOf" srcId="{E09E5F6E-2891-4EC0-97FC-9121FB2C3216}" destId="{112B5478-D787-48C4-AFE3-7328FF662ED7}" srcOrd="0" destOrd="0" presId="urn:microsoft.com/office/officeart/2005/8/layout/list1"/>
    <dgm:cxn modelId="{00E0AE51-DF64-45B3-98C3-452E687F6A6C}" srcId="{534B151E-4ACE-446C-A2B9-D10B066681DD}" destId="{31183DAF-8874-4B53-B9F3-CAE6E677F05D}" srcOrd="0" destOrd="0" parTransId="{36893192-B803-4D56-A343-66125600B9C1}" sibTransId="{845B889F-DF8B-42CC-B2B0-D191ECCAD3CB}"/>
    <dgm:cxn modelId="{60CC0379-44FF-4042-BCD2-F91684074002}" srcId="{C642EFDF-89EC-487D-86F4-F449E648E2BA}" destId="{FC337962-D73B-4930-9C0B-B3AC9EC47E5F}" srcOrd="0" destOrd="0" parTransId="{768E85EE-6615-4625-A36C-EB2C3A793E3B}" sibTransId="{4211CBF1-C8D5-453C-B03A-1EB607BD4D36}"/>
    <dgm:cxn modelId="{B554E65A-D66C-410E-B3EB-49EDBAD539A6}" type="presOf" srcId="{E488A198-D83B-4B80-8A29-6725774D7A28}" destId="{BD7FEDA6-4CE3-477C-A0E2-EE59DDB6352D}" srcOrd="0" destOrd="0" presId="urn:microsoft.com/office/officeart/2005/8/layout/list1"/>
    <dgm:cxn modelId="{5CCF6992-9A9A-4834-93DD-187F8541F492}" type="presOf" srcId="{FC337962-D73B-4930-9C0B-B3AC9EC47E5F}" destId="{8AF71C5D-77C3-4B4F-920F-A919C33C4AA4}" srcOrd="0" destOrd="0" presId="urn:microsoft.com/office/officeart/2005/8/layout/list1"/>
    <dgm:cxn modelId="{12D91595-131F-42F0-95B6-3FC25CDAC4A5}" type="presOf" srcId="{534B151E-4ACE-446C-A2B9-D10B066681DD}" destId="{845B0AF3-46FF-4241-B551-8BF3BE42D57B}" srcOrd="1" destOrd="0" presId="urn:microsoft.com/office/officeart/2005/8/layout/list1"/>
    <dgm:cxn modelId="{69B58898-B498-4191-92F8-4A2776A04870}" type="presOf" srcId="{C642EFDF-89EC-487D-86F4-F449E648E2BA}" destId="{5A33769E-4161-4DEB-B661-570DF9D65FF4}" srcOrd="0" destOrd="0" presId="urn:microsoft.com/office/officeart/2005/8/layout/list1"/>
    <dgm:cxn modelId="{F7B75E9D-7F28-4C4C-B4C8-2548A5A8C675}" type="presOf" srcId="{C642EFDF-89EC-487D-86F4-F449E648E2BA}" destId="{C102C488-4EB7-4CAB-9FE8-4B7A421C7C57}" srcOrd="1" destOrd="0" presId="urn:microsoft.com/office/officeart/2005/8/layout/list1"/>
    <dgm:cxn modelId="{374B13B3-A40F-4332-92B0-08DF0260433F}" srcId="{E09E5F6E-2891-4EC0-97FC-9121FB2C3216}" destId="{9086A5E1-13B5-477C-B65A-42CC2636C8BD}" srcOrd="2" destOrd="0" parTransId="{8F039077-DB38-4998-82F4-041CEE62D03A}" sibTransId="{0B6931C6-59EE-4FE9-A599-2BE0B0A038B7}"/>
    <dgm:cxn modelId="{495DB0C5-FD87-4CDF-A366-F5CE6C1661F8}" srcId="{E09E5F6E-2891-4EC0-97FC-9121FB2C3216}" destId="{C642EFDF-89EC-487D-86F4-F449E648E2BA}" srcOrd="1" destOrd="0" parTransId="{2076F8C6-F31A-45DA-A487-FCC27E492163}" sibTransId="{9DC70A0D-CAA9-40B1-B06B-9A33A4EA8655}"/>
    <dgm:cxn modelId="{0BAA13DC-2A54-490A-8106-B7E8B280803D}" srcId="{E09E5F6E-2891-4EC0-97FC-9121FB2C3216}" destId="{534B151E-4ACE-446C-A2B9-D10B066681DD}" srcOrd="0" destOrd="0" parTransId="{3A40A615-BB41-4C40-A941-543E46F85B1A}" sibTransId="{C6EC6F48-81DF-4F05-B9FB-1DE2DA467699}"/>
    <dgm:cxn modelId="{709CB3E5-4ABD-4F2C-834B-FABF7BDC69AE}" srcId="{9086A5E1-13B5-477C-B65A-42CC2636C8BD}" destId="{E488A198-D83B-4B80-8A29-6725774D7A28}" srcOrd="0" destOrd="0" parTransId="{3E5FB393-DB36-4FD3-A47A-E3511A36D5D4}" sibTransId="{92C155D8-FD8F-40E7-A7A2-C175C8548407}"/>
    <dgm:cxn modelId="{EE931BFC-362E-425E-83C6-4A22E2BEEFD0}" type="presOf" srcId="{31183DAF-8874-4B53-B9F3-CAE6E677F05D}" destId="{0B9C73BC-298C-4C88-BF47-8B696C23388D}" srcOrd="0" destOrd="0" presId="urn:microsoft.com/office/officeart/2005/8/layout/list1"/>
    <dgm:cxn modelId="{C4A662E5-CE3E-4AA6-BB76-2336B2FE4E21}" type="presParOf" srcId="{112B5478-D787-48C4-AFE3-7328FF662ED7}" destId="{587BA356-7969-4C39-9482-F74F9627DCAC}" srcOrd="0" destOrd="0" presId="urn:microsoft.com/office/officeart/2005/8/layout/list1"/>
    <dgm:cxn modelId="{3D87B077-B26A-4153-BEBA-A501DA4BBA07}" type="presParOf" srcId="{587BA356-7969-4C39-9482-F74F9627DCAC}" destId="{D6695A1B-1EC5-4D56-A6B8-DF5260367773}" srcOrd="0" destOrd="0" presId="urn:microsoft.com/office/officeart/2005/8/layout/list1"/>
    <dgm:cxn modelId="{A3BC78AC-480C-408B-A33F-1A054150682D}" type="presParOf" srcId="{587BA356-7969-4C39-9482-F74F9627DCAC}" destId="{845B0AF3-46FF-4241-B551-8BF3BE42D57B}" srcOrd="1" destOrd="0" presId="urn:microsoft.com/office/officeart/2005/8/layout/list1"/>
    <dgm:cxn modelId="{688230EC-BD6C-4705-97B6-428CDFC25121}" type="presParOf" srcId="{112B5478-D787-48C4-AFE3-7328FF662ED7}" destId="{AF898647-6466-42B5-B41A-62D669DFF3E9}" srcOrd="1" destOrd="0" presId="urn:microsoft.com/office/officeart/2005/8/layout/list1"/>
    <dgm:cxn modelId="{E4FF5B1E-7720-4F1F-BBB2-2748928F9C4B}" type="presParOf" srcId="{112B5478-D787-48C4-AFE3-7328FF662ED7}" destId="{0B9C73BC-298C-4C88-BF47-8B696C23388D}" srcOrd="2" destOrd="0" presId="urn:microsoft.com/office/officeart/2005/8/layout/list1"/>
    <dgm:cxn modelId="{3D69CA0E-C46E-40ED-BB58-97F0CE949CF3}" type="presParOf" srcId="{112B5478-D787-48C4-AFE3-7328FF662ED7}" destId="{185ACDF3-5C83-4A4E-BEE6-56181068A39F}" srcOrd="3" destOrd="0" presId="urn:microsoft.com/office/officeart/2005/8/layout/list1"/>
    <dgm:cxn modelId="{9B9248B8-9BD8-45B4-A8D3-8F3C54CA7828}" type="presParOf" srcId="{112B5478-D787-48C4-AFE3-7328FF662ED7}" destId="{91D45C5B-988C-4993-8C18-DCBE044EF59E}" srcOrd="4" destOrd="0" presId="urn:microsoft.com/office/officeart/2005/8/layout/list1"/>
    <dgm:cxn modelId="{06C4FD9E-428E-4060-819B-B3E423B100D6}" type="presParOf" srcId="{91D45C5B-988C-4993-8C18-DCBE044EF59E}" destId="{5A33769E-4161-4DEB-B661-570DF9D65FF4}" srcOrd="0" destOrd="0" presId="urn:microsoft.com/office/officeart/2005/8/layout/list1"/>
    <dgm:cxn modelId="{01E2D4F7-A744-4886-9F39-C8BF0CD904F4}" type="presParOf" srcId="{91D45C5B-988C-4993-8C18-DCBE044EF59E}" destId="{C102C488-4EB7-4CAB-9FE8-4B7A421C7C57}" srcOrd="1" destOrd="0" presId="urn:microsoft.com/office/officeart/2005/8/layout/list1"/>
    <dgm:cxn modelId="{B2D22E71-8659-43F5-8733-236D9D1AE484}" type="presParOf" srcId="{112B5478-D787-48C4-AFE3-7328FF662ED7}" destId="{BD45C50D-C3DA-41AE-BC5D-6980E10001B1}" srcOrd="5" destOrd="0" presId="urn:microsoft.com/office/officeart/2005/8/layout/list1"/>
    <dgm:cxn modelId="{6A8F05C0-528D-485C-B036-14BFD8A1BDDF}" type="presParOf" srcId="{112B5478-D787-48C4-AFE3-7328FF662ED7}" destId="{8AF71C5D-77C3-4B4F-920F-A919C33C4AA4}" srcOrd="6" destOrd="0" presId="urn:microsoft.com/office/officeart/2005/8/layout/list1"/>
    <dgm:cxn modelId="{E5EA2FD5-30DB-4461-B8DC-8E509EC0D168}" type="presParOf" srcId="{112B5478-D787-48C4-AFE3-7328FF662ED7}" destId="{ACDFC55E-4CBD-4EEA-B525-991F351F53B0}" srcOrd="7" destOrd="0" presId="urn:microsoft.com/office/officeart/2005/8/layout/list1"/>
    <dgm:cxn modelId="{DE6B20F8-DDE8-4736-B1F7-5137E13AFA46}" type="presParOf" srcId="{112B5478-D787-48C4-AFE3-7328FF662ED7}" destId="{EAC633DA-48F1-41C4-84BE-5DFA5DE8F2F8}" srcOrd="8" destOrd="0" presId="urn:microsoft.com/office/officeart/2005/8/layout/list1"/>
    <dgm:cxn modelId="{F4EC8F2A-DEF7-4E4F-84A7-05EEB2AC8587}" type="presParOf" srcId="{EAC633DA-48F1-41C4-84BE-5DFA5DE8F2F8}" destId="{76641640-B54F-4CDD-B9BB-9CBDC896B55C}" srcOrd="0" destOrd="0" presId="urn:microsoft.com/office/officeart/2005/8/layout/list1"/>
    <dgm:cxn modelId="{8EA84850-E6DF-4C08-823D-83B84114B657}" type="presParOf" srcId="{EAC633DA-48F1-41C4-84BE-5DFA5DE8F2F8}" destId="{3500D2BC-DC09-46E5-9798-0E6823792F87}" srcOrd="1" destOrd="0" presId="urn:microsoft.com/office/officeart/2005/8/layout/list1"/>
    <dgm:cxn modelId="{1E5DE156-2D79-476A-A5E7-DF1ED1F58F6B}" type="presParOf" srcId="{112B5478-D787-48C4-AFE3-7328FF662ED7}" destId="{573D0A51-82D9-4931-B30F-D2A04344ECF8}" srcOrd="9" destOrd="0" presId="urn:microsoft.com/office/officeart/2005/8/layout/list1"/>
    <dgm:cxn modelId="{C3F84AD3-7505-4AC9-9BFC-218599E6989E}" type="presParOf" srcId="{112B5478-D787-48C4-AFE3-7328FF662ED7}" destId="{BD7FEDA6-4CE3-477C-A0E2-EE59DDB6352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11F3A9D-E371-4785-B004-2B893B3DF065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417D64D-8B99-4B08-A52F-4E26AF8129E3}">
      <dgm:prSet/>
      <dgm:spPr/>
      <dgm:t>
        <a:bodyPr/>
        <a:lstStyle/>
        <a:p>
          <a:pPr indent="0" algn="ctr">
            <a:lnSpc>
              <a:spcPct val="100000"/>
            </a:lnSpc>
            <a:buNone/>
          </a:pPr>
          <a:r>
            <a:rPr lang="en-US" b="1" i="0" u="none">
              <a:effectLst/>
            </a:rPr>
            <a:t>Performance and Reliability</a:t>
          </a:r>
          <a:endParaRPr lang="en-US" b="1" u="none">
            <a:effectLst/>
          </a:endParaRPr>
        </a:p>
      </dgm:t>
    </dgm:pt>
    <dgm:pt modelId="{9BB68A14-E0AA-4D63-8D8C-3BC5AA8B8C6B}" type="parTrans" cxnId="{FAD26DEC-2484-452C-833A-4A1C44564E85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0F8666D3-B555-41B4-983B-B0ADE290B12C}" type="sibTrans" cxnId="{FAD26DEC-2484-452C-833A-4A1C44564E85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11151B2C-A329-45CF-98CC-60DE5F28F46E}">
      <dgm:prSet/>
      <dgm:spPr/>
      <dgm:t>
        <a:bodyPr/>
        <a:lstStyle/>
        <a:p>
          <a:pPr indent="0" algn="l">
            <a:lnSpc>
              <a:spcPct val="100000"/>
            </a:lnSpc>
            <a:buNone/>
          </a:pPr>
          <a:r>
            <a:rPr lang="en-US" b="0" i="0"/>
            <a:t>System must achieve 99.9% uptime, retrieve data within five seconds, and support at least 500 concurrent users without degradation.</a:t>
          </a:r>
          <a:endParaRPr lang="en-US"/>
        </a:p>
      </dgm:t>
    </dgm:pt>
    <dgm:pt modelId="{113CCB7A-C198-4AD6-B3CD-E0C0AF1987CF}" type="parTrans" cxnId="{78282542-4886-4645-859F-5009E92BFAA5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2AFB75F9-49B2-4E50-8836-D18BAF6B6B2D}" type="sibTrans" cxnId="{78282542-4886-4645-859F-5009E92BFAA5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146AB6EE-7D77-4EDF-9EAD-04CCA1A08E15}">
      <dgm:prSet/>
      <dgm:spPr/>
      <dgm:t>
        <a:bodyPr/>
        <a:lstStyle/>
        <a:p>
          <a:pPr indent="0" algn="ctr">
            <a:lnSpc>
              <a:spcPct val="100000"/>
            </a:lnSpc>
            <a:buNone/>
          </a:pPr>
          <a:r>
            <a:rPr lang="en-US" b="1" i="0" u="none">
              <a:effectLst/>
            </a:rPr>
            <a:t>Security and Compliance</a:t>
          </a:r>
          <a:endParaRPr lang="en-US" b="1" u="none">
            <a:effectLst/>
          </a:endParaRPr>
        </a:p>
      </dgm:t>
    </dgm:pt>
    <dgm:pt modelId="{8A7329F3-4B53-4598-A8D9-1A258C8C96C0}" type="parTrans" cxnId="{69571C84-FC99-412A-8C5A-E31133F47ADB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37421BEC-E00C-4DE0-931A-ACB9CF624FCE}" type="sibTrans" cxnId="{69571C84-FC99-412A-8C5A-E31133F47ADB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79A4F0F0-31A5-4351-9D99-D9889B4406F4}">
      <dgm:prSet/>
      <dgm:spPr/>
      <dgm:t>
        <a:bodyPr/>
        <a:lstStyle/>
        <a:p>
          <a:pPr indent="0" algn="l">
            <a:lnSpc>
              <a:spcPct val="100000"/>
            </a:lnSpc>
            <a:buNone/>
          </a:pPr>
          <a:r>
            <a:rPr lang="en-US" b="0" i="0"/>
            <a:t>Full compliance with HIPAA with multi-factor authentication.</a:t>
          </a:r>
          <a:endParaRPr lang="en-US"/>
        </a:p>
      </dgm:t>
    </dgm:pt>
    <dgm:pt modelId="{7063E3FF-4953-482A-994E-215FD294D6D0}" type="parTrans" cxnId="{0F54B6DE-D41F-4B77-903E-C5BB29E7D01E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B3AEE68F-39A4-43F0-A719-98013F694AFE}" type="sibTrans" cxnId="{0F54B6DE-D41F-4B77-903E-C5BB29E7D01E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05DA194B-D90A-4749-B4C5-9323C1CB3444}">
      <dgm:prSet/>
      <dgm:spPr/>
      <dgm:t>
        <a:bodyPr/>
        <a:lstStyle/>
        <a:p>
          <a:pPr indent="0" algn="ctr">
            <a:lnSpc>
              <a:spcPct val="100000"/>
            </a:lnSpc>
            <a:buNone/>
          </a:pPr>
          <a:r>
            <a:rPr lang="en-US" b="1" i="0"/>
            <a:t>Usability and Scalability</a:t>
          </a:r>
          <a:endParaRPr lang="en-US" b="1"/>
        </a:p>
      </dgm:t>
    </dgm:pt>
    <dgm:pt modelId="{3142CB4C-F41B-471B-9FEA-6AA0910FF8A2}" type="parTrans" cxnId="{6F26457B-B02C-458B-BD7D-77C4737A37FE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533C3A7F-54D5-48E5-AD17-B5F3EF2E9A51}" type="sibTrans" cxnId="{6F26457B-B02C-458B-BD7D-77C4737A37FE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66FF2704-DD2E-4C96-ABF3-810F0D8CF172}">
      <dgm:prSet/>
      <dgm:spPr/>
      <dgm:t>
        <a:bodyPr/>
        <a:lstStyle/>
        <a:p>
          <a:pPr indent="0" algn="l" rtl="0">
            <a:lnSpc>
              <a:spcPct val="100000"/>
            </a:lnSpc>
            <a:buNone/>
          </a:pPr>
          <a:r>
            <a:rPr lang="en-US" b="0" i="0"/>
            <a:t>Interface should require minimal training, while allowing easy expansion to accommodate future institutional growth.</a:t>
          </a:r>
          <a:endParaRPr lang="en-US"/>
        </a:p>
      </dgm:t>
    </dgm:pt>
    <dgm:pt modelId="{B9E4221D-6512-4B07-BF14-065B452FF7B6}" type="parTrans" cxnId="{106FED71-9BC6-4B0A-B513-F01FC8C852F1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C57B0F45-0073-470E-A63E-D12F698B863F}" type="sibTrans" cxnId="{106FED71-9BC6-4B0A-B513-F01FC8C852F1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1774F715-93C8-45DC-9D78-78B29D15363D}">
      <dgm:prSet/>
      <dgm:spPr/>
      <dgm:t>
        <a:bodyPr/>
        <a:lstStyle/>
        <a:p>
          <a:pPr indent="0" algn="ctr">
            <a:lnSpc>
              <a:spcPct val="100000"/>
            </a:lnSpc>
            <a:buNone/>
          </a:pPr>
          <a:r>
            <a:rPr lang="en-US" b="1" i="0"/>
            <a:t>Audit and Monitoring</a:t>
          </a:r>
          <a:endParaRPr lang="en-US" b="1"/>
        </a:p>
      </dgm:t>
    </dgm:pt>
    <dgm:pt modelId="{3EC77C64-CD7F-4A67-94F2-39954FA52A93}" type="parTrans" cxnId="{94732166-3B4F-44BF-9C49-699A6CF35C80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B25533DC-0BE6-4AB2-9D66-EDB4BE09A8AC}" type="sibTrans" cxnId="{94732166-3B4F-44BF-9C49-699A6CF35C80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559B67F8-5126-4E18-AF53-99D759B56DDC}">
      <dgm:prSet/>
      <dgm:spPr/>
      <dgm:t>
        <a:bodyPr/>
        <a:lstStyle/>
        <a:p>
          <a:pPr indent="0" algn="l">
            <a:lnSpc>
              <a:spcPct val="100000"/>
            </a:lnSpc>
            <a:buNone/>
          </a:pPr>
          <a:r>
            <a:rPr lang="en-US" b="0" i="0"/>
            <a:t>Comprehensive audit logs must record all data access, retrievals, and updates for accountability and system transparency.</a:t>
          </a:r>
          <a:endParaRPr lang="en-US"/>
        </a:p>
      </dgm:t>
    </dgm:pt>
    <dgm:pt modelId="{2E07FBE1-7736-40C8-9152-65468B58A6D4}" type="parTrans" cxnId="{202B9C8C-6FFB-4DED-9395-4880CAA975CE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5681F3A4-E98A-492F-8AAA-E8842A6DDEEF}" type="sibTrans" cxnId="{202B9C8C-6FFB-4DED-9395-4880CAA975CE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D94E875B-FEC3-4BEE-8453-C527D02DAE91}" type="pres">
      <dgm:prSet presAssocID="{311F3A9D-E371-4785-B004-2B893B3DF065}" presName="Name0" presStyleCnt="0">
        <dgm:presLayoutVars>
          <dgm:dir/>
          <dgm:animLvl val="lvl"/>
          <dgm:resizeHandles val="exact"/>
        </dgm:presLayoutVars>
      </dgm:prSet>
      <dgm:spPr/>
    </dgm:pt>
    <dgm:pt modelId="{E625106B-E560-4D3C-9CA4-B93A486C0443}" type="pres">
      <dgm:prSet presAssocID="{9417D64D-8B99-4B08-A52F-4E26AF8129E3}" presName="linNode" presStyleCnt="0"/>
      <dgm:spPr/>
    </dgm:pt>
    <dgm:pt modelId="{8463780C-7EF7-4FD2-B65F-7BCD26974A86}" type="pres">
      <dgm:prSet presAssocID="{9417D64D-8B99-4B08-A52F-4E26AF8129E3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8C767F70-3E49-4D99-BDA6-FA447288DA80}" type="pres">
      <dgm:prSet presAssocID="{9417D64D-8B99-4B08-A52F-4E26AF8129E3}" presName="descendantText" presStyleLbl="alignAccFollowNode1" presStyleIdx="0" presStyleCnt="4">
        <dgm:presLayoutVars>
          <dgm:bulletEnabled val="1"/>
        </dgm:presLayoutVars>
      </dgm:prSet>
      <dgm:spPr/>
    </dgm:pt>
    <dgm:pt modelId="{850FB74C-7C20-4DE1-9747-745A4CD44D65}" type="pres">
      <dgm:prSet presAssocID="{0F8666D3-B555-41B4-983B-B0ADE290B12C}" presName="sp" presStyleCnt="0"/>
      <dgm:spPr/>
    </dgm:pt>
    <dgm:pt modelId="{96C521E1-26FC-4080-8201-0FF70F403E35}" type="pres">
      <dgm:prSet presAssocID="{146AB6EE-7D77-4EDF-9EAD-04CCA1A08E15}" presName="linNode" presStyleCnt="0"/>
      <dgm:spPr/>
    </dgm:pt>
    <dgm:pt modelId="{D83B31C1-C7A9-4DA2-B6BC-EDC2B1C7F7EF}" type="pres">
      <dgm:prSet presAssocID="{146AB6EE-7D77-4EDF-9EAD-04CCA1A08E15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387AB0E-2EE1-4D3F-8AF2-E6B81FE90F15}" type="pres">
      <dgm:prSet presAssocID="{146AB6EE-7D77-4EDF-9EAD-04CCA1A08E15}" presName="descendantText" presStyleLbl="alignAccFollowNode1" presStyleIdx="1" presStyleCnt="4">
        <dgm:presLayoutVars>
          <dgm:bulletEnabled val="1"/>
        </dgm:presLayoutVars>
      </dgm:prSet>
      <dgm:spPr/>
    </dgm:pt>
    <dgm:pt modelId="{724FBE48-3A26-4DF1-B5D0-99C223819605}" type="pres">
      <dgm:prSet presAssocID="{37421BEC-E00C-4DE0-931A-ACB9CF624FCE}" presName="sp" presStyleCnt="0"/>
      <dgm:spPr/>
    </dgm:pt>
    <dgm:pt modelId="{67E0DF9D-0B21-420B-ACA2-B297B3CB1AB9}" type="pres">
      <dgm:prSet presAssocID="{05DA194B-D90A-4749-B4C5-9323C1CB3444}" presName="linNode" presStyleCnt="0"/>
      <dgm:spPr/>
    </dgm:pt>
    <dgm:pt modelId="{51ED4159-C79D-4B91-B645-549BCEFE7190}" type="pres">
      <dgm:prSet presAssocID="{05DA194B-D90A-4749-B4C5-9323C1CB344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7FE68A8-57CD-438C-8B85-8B6F20EEC6D5}" type="pres">
      <dgm:prSet presAssocID="{05DA194B-D90A-4749-B4C5-9323C1CB3444}" presName="descendantText" presStyleLbl="alignAccFollowNode1" presStyleIdx="2" presStyleCnt="4">
        <dgm:presLayoutVars>
          <dgm:bulletEnabled val="1"/>
        </dgm:presLayoutVars>
      </dgm:prSet>
      <dgm:spPr/>
    </dgm:pt>
    <dgm:pt modelId="{BEE42E34-0D10-4E7A-8FFF-BA0AA344B672}" type="pres">
      <dgm:prSet presAssocID="{533C3A7F-54D5-48E5-AD17-B5F3EF2E9A51}" presName="sp" presStyleCnt="0"/>
      <dgm:spPr/>
    </dgm:pt>
    <dgm:pt modelId="{4E42BE13-E330-4AD2-BBD2-EC40E27E3650}" type="pres">
      <dgm:prSet presAssocID="{1774F715-93C8-45DC-9D78-78B29D15363D}" presName="linNode" presStyleCnt="0"/>
      <dgm:spPr/>
    </dgm:pt>
    <dgm:pt modelId="{142706F3-E86A-48E1-885B-6A93E7F4A991}" type="pres">
      <dgm:prSet presAssocID="{1774F715-93C8-45DC-9D78-78B29D15363D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091BCD28-1D18-4269-ACA0-21DFFDDF7C22}" type="pres">
      <dgm:prSet presAssocID="{1774F715-93C8-45DC-9D78-78B29D15363D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792A3C03-D187-4054-A4FA-1DF82272EB13}" type="presOf" srcId="{311F3A9D-E371-4785-B004-2B893B3DF065}" destId="{D94E875B-FEC3-4BEE-8453-C527D02DAE91}" srcOrd="0" destOrd="0" presId="urn:microsoft.com/office/officeart/2005/8/layout/vList5"/>
    <dgm:cxn modelId="{729EFB0C-CFAB-4CC1-AECA-6F42093B49F8}" type="presOf" srcId="{146AB6EE-7D77-4EDF-9EAD-04CCA1A08E15}" destId="{D83B31C1-C7A9-4DA2-B6BC-EDC2B1C7F7EF}" srcOrd="0" destOrd="0" presId="urn:microsoft.com/office/officeart/2005/8/layout/vList5"/>
    <dgm:cxn modelId="{78282542-4886-4645-859F-5009E92BFAA5}" srcId="{9417D64D-8B99-4B08-A52F-4E26AF8129E3}" destId="{11151B2C-A329-45CF-98CC-60DE5F28F46E}" srcOrd="0" destOrd="0" parTransId="{113CCB7A-C198-4AD6-B3CD-E0C0AF1987CF}" sibTransId="{2AFB75F9-49B2-4E50-8836-D18BAF6B6B2D}"/>
    <dgm:cxn modelId="{6A410366-D50F-48FE-92C2-C2F3D2F3F408}" type="presOf" srcId="{05DA194B-D90A-4749-B4C5-9323C1CB3444}" destId="{51ED4159-C79D-4B91-B645-549BCEFE7190}" srcOrd="0" destOrd="0" presId="urn:microsoft.com/office/officeart/2005/8/layout/vList5"/>
    <dgm:cxn modelId="{94732166-3B4F-44BF-9C49-699A6CF35C80}" srcId="{311F3A9D-E371-4785-B004-2B893B3DF065}" destId="{1774F715-93C8-45DC-9D78-78B29D15363D}" srcOrd="3" destOrd="0" parTransId="{3EC77C64-CD7F-4A67-94F2-39954FA52A93}" sibTransId="{B25533DC-0BE6-4AB2-9D66-EDB4BE09A8AC}"/>
    <dgm:cxn modelId="{F131FE47-EDCB-4D45-BA3E-F60D51D44A62}" type="presOf" srcId="{559B67F8-5126-4E18-AF53-99D759B56DDC}" destId="{091BCD28-1D18-4269-ACA0-21DFFDDF7C22}" srcOrd="0" destOrd="0" presId="urn:microsoft.com/office/officeart/2005/8/layout/vList5"/>
    <dgm:cxn modelId="{106FED71-9BC6-4B0A-B513-F01FC8C852F1}" srcId="{05DA194B-D90A-4749-B4C5-9323C1CB3444}" destId="{66FF2704-DD2E-4C96-ABF3-810F0D8CF172}" srcOrd="0" destOrd="0" parTransId="{B9E4221D-6512-4B07-BF14-065B452FF7B6}" sibTransId="{C57B0F45-0073-470E-A63E-D12F698B863F}"/>
    <dgm:cxn modelId="{6F26457B-B02C-458B-BD7D-77C4737A37FE}" srcId="{311F3A9D-E371-4785-B004-2B893B3DF065}" destId="{05DA194B-D90A-4749-B4C5-9323C1CB3444}" srcOrd="2" destOrd="0" parTransId="{3142CB4C-F41B-471B-9FEA-6AA0910FF8A2}" sibTransId="{533C3A7F-54D5-48E5-AD17-B5F3EF2E9A51}"/>
    <dgm:cxn modelId="{69571C84-FC99-412A-8C5A-E31133F47ADB}" srcId="{311F3A9D-E371-4785-B004-2B893B3DF065}" destId="{146AB6EE-7D77-4EDF-9EAD-04CCA1A08E15}" srcOrd="1" destOrd="0" parTransId="{8A7329F3-4B53-4598-A8D9-1A258C8C96C0}" sibTransId="{37421BEC-E00C-4DE0-931A-ACB9CF624FCE}"/>
    <dgm:cxn modelId="{202B9C8C-6FFB-4DED-9395-4880CAA975CE}" srcId="{1774F715-93C8-45DC-9D78-78B29D15363D}" destId="{559B67F8-5126-4E18-AF53-99D759B56DDC}" srcOrd="0" destOrd="0" parTransId="{2E07FBE1-7736-40C8-9152-65468B58A6D4}" sibTransId="{5681F3A4-E98A-492F-8AAA-E8842A6DDEEF}"/>
    <dgm:cxn modelId="{6FDB45AD-3879-4E53-B983-8DFF7113E444}" type="presOf" srcId="{11151B2C-A329-45CF-98CC-60DE5F28F46E}" destId="{8C767F70-3E49-4D99-BDA6-FA447288DA80}" srcOrd="0" destOrd="0" presId="urn:microsoft.com/office/officeart/2005/8/layout/vList5"/>
    <dgm:cxn modelId="{7F5378B9-91C2-4AE8-8071-182A3B2EE14C}" type="presOf" srcId="{66FF2704-DD2E-4C96-ABF3-810F0D8CF172}" destId="{A7FE68A8-57CD-438C-8B85-8B6F20EEC6D5}" srcOrd="0" destOrd="0" presId="urn:microsoft.com/office/officeart/2005/8/layout/vList5"/>
    <dgm:cxn modelId="{45BB8BC0-BDD1-4C9F-AC56-3AD6836F0503}" type="presOf" srcId="{9417D64D-8B99-4B08-A52F-4E26AF8129E3}" destId="{8463780C-7EF7-4FD2-B65F-7BCD26974A86}" srcOrd="0" destOrd="0" presId="urn:microsoft.com/office/officeart/2005/8/layout/vList5"/>
    <dgm:cxn modelId="{0F54B6DE-D41F-4B77-903E-C5BB29E7D01E}" srcId="{146AB6EE-7D77-4EDF-9EAD-04CCA1A08E15}" destId="{79A4F0F0-31A5-4351-9D99-D9889B4406F4}" srcOrd="0" destOrd="0" parTransId="{7063E3FF-4953-482A-994E-215FD294D6D0}" sibTransId="{B3AEE68F-39A4-43F0-A719-98013F694AFE}"/>
    <dgm:cxn modelId="{FAD26DEC-2484-452C-833A-4A1C44564E85}" srcId="{311F3A9D-E371-4785-B004-2B893B3DF065}" destId="{9417D64D-8B99-4B08-A52F-4E26AF8129E3}" srcOrd="0" destOrd="0" parTransId="{9BB68A14-E0AA-4D63-8D8C-3BC5AA8B8C6B}" sibTransId="{0F8666D3-B555-41B4-983B-B0ADE290B12C}"/>
    <dgm:cxn modelId="{CE96E8F1-382B-4ECC-A0CF-B40B94E4363A}" type="presOf" srcId="{1774F715-93C8-45DC-9D78-78B29D15363D}" destId="{142706F3-E86A-48E1-885B-6A93E7F4A991}" srcOrd="0" destOrd="0" presId="urn:microsoft.com/office/officeart/2005/8/layout/vList5"/>
    <dgm:cxn modelId="{83991DF8-A58B-4482-B5A8-0202821CDE9E}" type="presOf" srcId="{79A4F0F0-31A5-4351-9D99-D9889B4406F4}" destId="{3387AB0E-2EE1-4D3F-8AF2-E6B81FE90F15}" srcOrd="0" destOrd="0" presId="urn:microsoft.com/office/officeart/2005/8/layout/vList5"/>
    <dgm:cxn modelId="{A459314F-2A6F-40F7-95B1-657D087C5AED}" type="presParOf" srcId="{D94E875B-FEC3-4BEE-8453-C527D02DAE91}" destId="{E625106B-E560-4D3C-9CA4-B93A486C0443}" srcOrd="0" destOrd="0" presId="urn:microsoft.com/office/officeart/2005/8/layout/vList5"/>
    <dgm:cxn modelId="{149C30A2-60D8-448A-A4AC-D7FCBDE9D27C}" type="presParOf" srcId="{E625106B-E560-4D3C-9CA4-B93A486C0443}" destId="{8463780C-7EF7-4FD2-B65F-7BCD26974A86}" srcOrd="0" destOrd="0" presId="urn:microsoft.com/office/officeart/2005/8/layout/vList5"/>
    <dgm:cxn modelId="{067E37E1-4B19-4BFC-BBA0-32CE18C03824}" type="presParOf" srcId="{E625106B-E560-4D3C-9CA4-B93A486C0443}" destId="{8C767F70-3E49-4D99-BDA6-FA447288DA80}" srcOrd="1" destOrd="0" presId="urn:microsoft.com/office/officeart/2005/8/layout/vList5"/>
    <dgm:cxn modelId="{8A2AF13D-C363-48C2-BC55-6EE06BC958CF}" type="presParOf" srcId="{D94E875B-FEC3-4BEE-8453-C527D02DAE91}" destId="{850FB74C-7C20-4DE1-9747-745A4CD44D65}" srcOrd="1" destOrd="0" presId="urn:microsoft.com/office/officeart/2005/8/layout/vList5"/>
    <dgm:cxn modelId="{F6CF60EB-76C8-4E56-9D1A-03CE94973C8E}" type="presParOf" srcId="{D94E875B-FEC3-4BEE-8453-C527D02DAE91}" destId="{96C521E1-26FC-4080-8201-0FF70F403E35}" srcOrd="2" destOrd="0" presId="urn:microsoft.com/office/officeart/2005/8/layout/vList5"/>
    <dgm:cxn modelId="{FF804635-DB16-4EFE-A2FE-26BA8DA0BDE8}" type="presParOf" srcId="{96C521E1-26FC-4080-8201-0FF70F403E35}" destId="{D83B31C1-C7A9-4DA2-B6BC-EDC2B1C7F7EF}" srcOrd="0" destOrd="0" presId="urn:microsoft.com/office/officeart/2005/8/layout/vList5"/>
    <dgm:cxn modelId="{91DD1402-987E-4341-ABF2-C7A9EF920CA6}" type="presParOf" srcId="{96C521E1-26FC-4080-8201-0FF70F403E35}" destId="{3387AB0E-2EE1-4D3F-8AF2-E6B81FE90F15}" srcOrd="1" destOrd="0" presId="urn:microsoft.com/office/officeart/2005/8/layout/vList5"/>
    <dgm:cxn modelId="{AFFA2855-C47C-47ED-BF52-3ADEC7E6858B}" type="presParOf" srcId="{D94E875B-FEC3-4BEE-8453-C527D02DAE91}" destId="{724FBE48-3A26-4DF1-B5D0-99C223819605}" srcOrd="3" destOrd="0" presId="urn:microsoft.com/office/officeart/2005/8/layout/vList5"/>
    <dgm:cxn modelId="{070DFE31-11B8-401F-A35D-D619D97BABDA}" type="presParOf" srcId="{D94E875B-FEC3-4BEE-8453-C527D02DAE91}" destId="{67E0DF9D-0B21-420B-ACA2-B297B3CB1AB9}" srcOrd="4" destOrd="0" presId="urn:microsoft.com/office/officeart/2005/8/layout/vList5"/>
    <dgm:cxn modelId="{848CFA07-99C0-4ECA-BBFE-646E50F0B2D6}" type="presParOf" srcId="{67E0DF9D-0B21-420B-ACA2-B297B3CB1AB9}" destId="{51ED4159-C79D-4B91-B645-549BCEFE7190}" srcOrd="0" destOrd="0" presId="urn:microsoft.com/office/officeart/2005/8/layout/vList5"/>
    <dgm:cxn modelId="{7AE6F296-6536-43C9-90BD-004032C0E805}" type="presParOf" srcId="{67E0DF9D-0B21-420B-ACA2-B297B3CB1AB9}" destId="{A7FE68A8-57CD-438C-8B85-8B6F20EEC6D5}" srcOrd="1" destOrd="0" presId="urn:microsoft.com/office/officeart/2005/8/layout/vList5"/>
    <dgm:cxn modelId="{B06C2DFA-750B-426D-B66A-C780873777E9}" type="presParOf" srcId="{D94E875B-FEC3-4BEE-8453-C527D02DAE91}" destId="{BEE42E34-0D10-4E7A-8FFF-BA0AA344B672}" srcOrd="5" destOrd="0" presId="urn:microsoft.com/office/officeart/2005/8/layout/vList5"/>
    <dgm:cxn modelId="{23C124C7-978A-45FF-AE24-EFEFC948EC7F}" type="presParOf" srcId="{D94E875B-FEC3-4BEE-8453-C527D02DAE91}" destId="{4E42BE13-E330-4AD2-BBD2-EC40E27E3650}" srcOrd="6" destOrd="0" presId="urn:microsoft.com/office/officeart/2005/8/layout/vList5"/>
    <dgm:cxn modelId="{63829016-B5EA-483D-BD45-9D9C99337CA9}" type="presParOf" srcId="{4E42BE13-E330-4AD2-BBD2-EC40E27E3650}" destId="{142706F3-E86A-48E1-885B-6A93E7F4A991}" srcOrd="0" destOrd="0" presId="urn:microsoft.com/office/officeart/2005/8/layout/vList5"/>
    <dgm:cxn modelId="{85C72702-D80C-4FD3-BE20-0A0EE39EA2F7}" type="presParOf" srcId="{4E42BE13-E330-4AD2-BBD2-EC40E27E3650}" destId="{091BCD28-1D18-4269-ACA0-21DFFDDF7C2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36F7DE2-C2E9-45AC-A69A-68D7539F8823}" type="doc">
      <dgm:prSet loTypeId="urn:microsoft.com/office/officeart/2005/8/layout/cycle2" loCatId="cycle" qsTypeId="urn:microsoft.com/office/officeart/2005/8/quickstyle/simple1" qsCatId="simple" csTypeId="urn:microsoft.com/office/officeart/2005/8/colors/accent5_4" csCatId="accent5" phldr="1"/>
      <dgm:spPr/>
      <dgm:t>
        <a:bodyPr/>
        <a:lstStyle/>
        <a:p>
          <a:endParaRPr lang="en-US"/>
        </a:p>
      </dgm:t>
    </dgm:pt>
    <dgm:pt modelId="{F3C8C43A-6BBD-498C-9B4C-8F559626E449}">
      <dgm:prSet custT="1"/>
      <dgm:spPr/>
      <dgm:t>
        <a:bodyPr/>
        <a:lstStyle/>
        <a:p>
          <a:pPr indent="0" algn="ctr">
            <a:lnSpc>
              <a:spcPct val="100000"/>
            </a:lnSpc>
            <a:buNone/>
          </a:pPr>
          <a:r>
            <a:rPr lang="en-US" sz="1800" b="0" i="0" u="none">
              <a:solidFill>
                <a:schemeClr val="tx2"/>
              </a:solidFill>
            </a:rPr>
            <a:t>Project Timeline</a:t>
          </a:r>
          <a:endParaRPr lang="en-US" sz="1800" b="0" u="none">
            <a:solidFill>
              <a:schemeClr val="tx2"/>
            </a:solidFill>
          </a:endParaRPr>
        </a:p>
      </dgm:t>
    </dgm:pt>
    <dgm:pt modelId="{2B2E03FF-BECB-40F6-B661-6115B6BDEA82}" type="parTrans" cxnId="{31D5C4FC-299E-4BB1-8D99-E031EC07B2DD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CBF2915B-15CA-4B7B-8897-80E31270BDBC}" type="sibTrans" cxnId="{31D5C4FC-299E-4BB1-8D99-E031EC07B2DD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33BC7E6B-D9B8-4186-A789-B1F2636602E7}">
      <dgm:prSet custT="1"/>
      <dgm:spPr/>
      <dgm:t>
        <a:bodyPr/>
        <a:lstStyle/>
        <a:p>
          <a:pPr indent="0" algn="ctr">
            <a:lnSpc>
              <a:spcPct val="100000"/>
            </a:lnSpc>
            <a:buNone/>
          </a:pPr>
          <a:r>
            <a:rPr lang="en-US" sz="1800" b="0" i="0">
              <a:solidFill>
                <a:schemeClr val="tx2"/>
              </a:solidFill>
            </a:rPr>
            <a:t>Spanning October 2024 to November 2025, </a:t>
          </a:r>
          <a:r>
            <a:rPr lang="en-US" sz="1800" b="0" i="0">
              <a:solidFill>
                <a:schemeClr val="bg1"/>
              </a:solidFill>
            </a:rPr>
            <a:t>the</a:t>
          </a:r>
          <a:r>
            <a:rPr lang="en-US" sz="1800" b="0" i="0">
              <a:solidFill>
                <a:schemeClr val="tx2"/>
              </a:solidFill>
            </a:rPr>
            <a:t> project progressed through research, interviews, system modeling, and final design completion.</a:t>
          </a:r>
          <a:endParaRPr lang="en-US" sz="1800">
            <a:solidFill>
              <a:schemeClr val="tx2"/>
            </a:solidFill>
          </a:endParaRPr>
        </a:p>
      </dgm:t>
    </dgm:pt>
    <dgm:pt modelId="{844A292F-4490-4ECE-B62C-FAEC27FC445A}" type="parTrans" cxnId="{8C0E7E85-C4CA-4596-B078-9AFA330C627A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7F882A0D-AF53-4517-B36F-EBAAFC721DC8}" type="sibTrans" cxnId="{8C0E7E85-C4CA-4596-B078-9AFA330C627A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133224D5-1757-48B9-AC27-E52BDEC99532}">
      <dgm:prSet custT="1"/>
      <dgm:spPr/>
      <dgm:t>
        <a:bodyPr/>
        <a:lstStyle/>
        <a:p>
          <a:pPr indent="0" algn="ctr">
            <a:lnSpc>
              <a:spcPct val="100000"/>
            </a:lnSpc>
            <a:buNone/>
          </a:pPr>
          <a:r>
            <a:rPr lang="en-US" sz="1800" b="0" i="0">
              <a:solidFill>
                <a:schemeClr val="bg2"/>
              </a:solidFill>
            </a:rPr>
            <a:t>Institutional Benefits</a:t>
          </a:r>
          <a:endParaRPr lang="en-US" sz="1800">
            <a:solidFill>
              <a:schemeClr val="bg2"/>
            </a:solidFill>
          </a:endParaRPr>
        </a:p>
      </dgm:t>
    </dgm:pt>
    <dgm:pt modelId="{4D360094-C9BE-43FE-9909-474CAF72C3AE}" type="parTrans" cxnId="{DAAD112C-87EB-46AA-B366-F3F90306C880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498FBEA2-9C82-4086-B79B-B82E73535A4B}" type="sibTrans" cxnId="{DAAD112C-87EB-46AA-B366-F3F90306C880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713C3C7F-377E-440A-BEDD-3C78FFB5039A}">
      <dgm:prSet custT="1"/>
      <dgm:spPr/>
      <dgm:t>
        <a:bodyPr/>
        <a:lstStyle/>
        <a:p>
          <a:pPr indent="0" algn="ctr">
            <a:lnSpc>
              <a:spcPct val="100000"/>
            </a:lnSpc>
            <a:buNone/>
          </a:pPr>
          <a:r>
            <a:rPr lang="en-US" sz="1600" b="0" i="0">
              <a:solidFill>
                <a:schemeClr val="bg2"/>
              </a:solidFill>
            </a:rPr>
            <a:t>Automation reduces manual consent handling, improves compliance verification, and enhances communication between GRITS, Atrium Health, and CSU.</a:t>
          </a:r>
          <a:endParaRPr lang="en-US" sz="1600">
            <a:solidFill>
              <a:schemeClr val="bg2"/>
            </a:solidFill>
          </a:endParaRPr>
        </a:p>
      </dgm:t>
    </dgm:pt>
    <dgm:pt modelId="{9596976C-3524-4FF0-B66B-061043A5737F}" type="parTrans" cxnId="{55296327-110A-42D1-B600-153C3AF00559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2FE92738-DA25-43DF-91F6-38123F07CAFF}" type="sibTrans" cxnId="{55296327-110A-42D1-B600-153C3AF00559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8E32FB58-380C-4956-8AB4-3BF9CC27D782}">
      <dgm:prSet/>
      <dgm:spPr/>
      <dgm:t>
        <a:bodyPr/>
        <a:lstStyle/>
        <a:p>
          <a:pPr indent="0" algn="ctr">
            <a:lnSpc>
              <a:spcPct val="100000"/>
            </a:lnSpc>
            <a:buNone/>
          </a:pPr>
          <a:r>
            <a:rPr lang="en-US" sz="1800" b="0" i="0">
              <a:solidFill>
                <a:schemeClr val="accent5">
                  <a:lumMod val="75000"/>
                </a:schemeClr>
              </a:solidFill>
            </a:rPr>
            <a:t>Future Directions</a:t>
          </a:r>
          <a:endParaRPr lang="en-US" sz="1800">
            <a:solidFill>
              <a:schemeClr val="accent5">
                <a:lumMod val="75000"/>
              </a:schemeClr>
            </a:solidFill>
          </a:endParaRPr>
        </a:p>
      </dgm:t>
    </dgm:pt>
    <dgm:pt modelId="{3463643F-8B62-4283-B6E0-89BFF52AE06A}" type="parTrans" cxnId="{9F259D93-14FB-4F78-B1AE-6EE48EFF3D8A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2CE351A6-82D7-4EC3-AA8B-1F1A3A300A73}" type="sibTrans" cxnId="{9F259D93-14FB-4F78-B1AE-6EE48EFF3D8A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2BF64C19-5875-4240-A64C-D019B33F4C0A}">
      <dgm:prSet custT="1"/>
      <dgm:spPr/>
      <dgm:t>
        <a:bodyPr/>
        <a:lstStyle/>
        <a:p>
          <a:pPr indent="0" algn="ctr">
            <a:lnSpc>
              <a:spcPct val="100000"/>
            </a:lnSpc>
            <a:buNone/>
          </a:pPr>
          <a:r>
            <a:rPr lang="en-US" sz="1800" b="0" i="0">
              <a:solidFill>
                <a:schemeClr val="accent5">
                  <a:lumMod val="75000"/>
                </a:schemeClr>
              </a:solidFill>
            </a:rPr>
            <a:t>Next steps include system prototyping, performance evaluation, and potential expansion to other universities across Georgia.</a:t>
          </a:r>
          <a:endParaRPr lang="en-US" sz="1800">
            <a:solidFill>
              <a:schemeClr val="accent5">
                <a:lumMod val="75000"/>
              </a:schemeClr>
            </a:solidFill>
          </a:endParaRPr>
        </a:p>
      </dgm:t>
    </dgm:pt>
    <dgm:pt modelId="{FF9B75F2-09E8-4038-A148-BE5CBA483BBE}" type="parTrans" cxnId="{440123ED-7B11-4691-B318-51D78880D9A6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231E0997-6AAE-4C93-B124-CCCF00996EA5}" type="sibTrans" cxnId="{440123ED-7B11-4691-B318-51D78880D9A6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AE036A67-86D5-4A1F-B5DD-0D73B645A47C}">
      <dgm:prSet custT="1"/>
      <dgm:spPr/>
      <dgm:t>
        <a:bodyPr/>
        <a:lstStyle/>
        <a:p>
          <a:pPr indent="0" algn="ctr">
            <a:lnSpc>
              <a:spcPct val="100000"/>
            </a:lnSpc>
            <a:buNone/>
          </a:pPr>
          <a:r>
            <a:rPr lang="en-US" sz="1800" b="0" i="0">
              <a:solidFill>
                <a:schemeClr val="bg2"/>
              </a:solidFill>
            </a:rPr>
            <a:t>Conclusion</a:t>
          </a:r>
          <a:endParaRPr lang="en-US" sz="1800">
            <a:solidFill>
              <a:schemeClr val="bg2"/>
            </a:solidFill>
          </a:endParaRPr>
        </a:p>
      </dgm:t>
    </dgm:pt>
    <dgm:pt modelId="{34140CA1-B174-4AB7-8C82-6DB8D6735E2F}" type="parTrans" cxnId="{BB7300B2-D3F1-483A-81AF-CE8A46C241AC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42316AA9-3DFD-4D73-8131-C97F5588D064}" type="sibTrans" cxnId="{BB7300B2-D3F1-483A-81AF-CE8A46C241AC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39048D07-B5F6-4CE2-AC11-812089FF1528}">
      <dgm:prSet custT="1"/>
      <dgm:spPr/>
      <dgm:t>
        <a:bodyPr/>
        <a:lstStyle/>
        <a:p>
          <a:pPr indent="0" algn="ctr">
            <a:lnSpc>
              <a:spcPct val="100000"/>
            </a:lnSpc>
            <a:buNone/>
          </a:pPr>
          <a:r>
            <a:rPr lang="en-US" sz="1600" b="0" i="0">
              <a:solidFill>
                <a:schemeClr val="bg2"/>
              </a:solidFill>
            </a:rPr>
            <a:t>The proposed system transforms fragmented processes into a cohesive, secure </a:t>
          </a:r>
          <a:r>
            <a:rPr lang="en-US" sz="1800" b="0" i="0">
              <a:solidFill>
                <a:schemeClr val="bg2"/>
              </a:solidFill>
            </a:rPr>
            <a:t>network</a:t>
          </a:r>
          <a:r>
            <a:rPr lang="en-US" sz="1600" b="0" i="0">
              <a:solidFill>
                <a:schemeClr val="bg2"/>
              </a:solidFill>
            </a:rPr>
            <a:t> enhancing health record accessibility and student well-being.</a:t>
          </a:r>
          <a:endParaRPr lang="en-US" sz="1600">
            <a:solidFill>
              <a:schemeClr val="bg2"/>
            </a:solidFill>
          </a:endParaRPr>
        </a:p>
      </dgm:t>
    </dgm:pt>
    <dgm:pt modelId="{930D32C1-978B-42DF-A48B-169F7FFC050C}" type="parTrans" cxnId="{914FBCD8-7B5F-4F8A-A7E9-FAA131BF540B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53656003-748F-4CFB-9C42-491429B56096}" type="sibTrans" cxnId="{914FBCD8-7B5F-4F8A-A7E9-FAA131BF540B}">
      <dgm:prSet/>
      <dgm:spPr/>
      <dgm:t>
        <a:bodyPr/>
        <a:lstStyle/>
        <a:p>
          <a:pPr indent="0">
            <a:lnSpc>
              <a:spcPct val="100000"/>
            </a:lnSpc>
          </a:pPr>
          <a:endParaRPr lang="en-US"/>
        </a:p>
      </dgm:t>
    </dgm:pt>
    <dgm:pt modelId="{4D5C006B-34E2-4AF8-8232-039904BAC416}" type="pres">
      <dgm:prSet presAssocID="{136F7DE2-C2E9-45AC-A69A-68D7539F8823}" presName="cycle" presStyleCnt="0">
        <dgm:presLayoutVars>
          <dgm:dir/>
          <dgm:resizeHandles val="exact"/>
        </dgm:presLayoutVars>
      </dgm:prSet>
      <dgm:spPr/>
    </dgm:pt>
    <dgm:pt modelId="{4B10341D-AB01-4CA3-BC95-28A28EB4761E}" type="pres">
      <dgm:prSet presAssocID="{F3C8C43A-6BBD-498C-9B4C-8F559626E449}" presName="node" presStyleLbl="node1" presStyleIdx="0" presStyleCnt="4" custScaleX="170003" custScaleY="127502" custRadScaleRad="127654" custRadScaleInc="-105260">
        <dgm:presLayoutVars>
          <dgm:bulletEnabled val="1"/>
        </dgm:presLayoutVars>
      </dgm:prSet>
      <dgm:spPr/>
    </dgm:pt>
    <dgm:pt modelId="{E70A0445-2B89-47F9-B915-0E35FB76D118}" type="pres">
      <dgm:prSet presAssocID="{CBF2915B-15CA-4B7B-8897-80E31270BDBC}" presName="sibTrans" presStyleLbl="sibTrans2D1" presStyleIdx="0" presStyleCnt="4" custScaleX="135400" custScaleY="125928"/>
      <dgm:spPr/>
    </dgm:pt>
    <dgm:pt modelId="{D873217C-F914-494E-BC65-4C48E9076A7A}" type="pres">
      <dgm:prSet presAssocID="{CBF2915B-15CA-4B7B-8897-80E31270BDBC}" presName="connectorText" presStyleLbl="sibTrans2D1" presStyleIdx="0" presStyleCnt="4"/>
      <dgm:spPr/>
    </dgm:pt>
    <dgm:pt modelId="{D7059046-AC86-4C11-BF8C-C863630B9F04}" type="pres">
      <dgm:prSet presAssocID="{133224D5-1757-48B9-AC27-E52BDEC99532}" presName="node" presStyleLbl="node1" presStyleIdx="1" presStyleCnt="4" custScaleX="170003" custScaleY="127502" custRadScaleRad="162371" custRadScaleInc="-69443">
        <dgm:presLayoutVars>
          <dgm:bulletEnabled val="1"/>
        </dgm:presLayoutVars>
      </dgm:prSet>
      <dgm:spPr/>
    </dgm:pt>
    <dgm:pt modelId="{B5E80EF1-B84F-4A3C-AFB9-50B07B7276D3}" type="pres">
      <dgm:prSet presAssocID="{498FBEA2-9C82-4086-B79B-B82E73535A4B}" presName="sibTrans" presStyleLbl="sibTrans2D1" presStyleIdx="1" presStyleCnt="4" custScaleX="146254" custScaleY="100743"/>
      <dgm:spPr/>
    </dgm:pt>
    <dgm:pt modelId="{A4B3EEFE-5D70-4F96-9167-A3176BDF5C4B}" type="pres">
      <dgm:prSet presAssocID="{498FBEA2-9C82-4086-B79B-B82E73535A4B}" presName="connectorText" presStyleLbl="sibTrans2D1" presStyleIdx="1" presStyleCnt="4"/>
      <dgm:spPr/>
    </dgm:pt>
    <dgm:pt modelId="{356C940E-A59E-4240-A845-43A1B160BA4B}" type="pres">
      <dgm:prSet presAssocID="{8E32FB58-380C-4956-8AB4-3BF9CC27D782}" presName="node" presStyleLbl="node1" presStyleIdx="2" presStyleCnt="4" custScaleX="170003" custScaleY="127502" custRadScaleRad="132000" custRadScaleInc="-117042">
        <dgm:presLayoutVars>
          <dgm:bulletEnabled val="1"/>
        </dgm:presLayoutVars>
      </dgm:prSet>
      <dgm:spPr/>
    </dgm:pt>
    <dgm:pt modelId="{4D0CA0A2-1B99-48DC-AE61-9FB068D2BDF7}" type="pres">
      <dgm:prSet presAssocID="{2CE351A6-82D7-4EC3-AA8B-1F1A3A300A73}" presName="sibTrans" presStyleLbl="sibTrans2D1" presStyleIdx="2" presStyleCnt="4" custScaleX="93613" custScaleY="125928"/>
      <dgm:spPr/>
    </dgm:pt>
    <dgm:pt modelId="{4980481C-8518-4D08-BBE6-625D6D8F8929}" type="pres">
      <dgm:prSet presAssocID="{2CE351A6-82D7-4EC3-AA8B-1F1A3A300A73}" presName="connectorText" presStyleLbl="sibTrans2D1" presStyleIdx="2" presStyleCnt="4"/>
      <dgm:spPr/>
    </dgm:pt>
    <dgm:pt modelId="{641C5842-BFFB-4603-BE88-87F88143B4B6}" type="pres">
      <dgm:prSet presAssocID="{AE036A67-86D5-4A1F-B5DD-0D73B645A47C}" presName="node" presStyleLbl="node1" presStyleIdx="3" presStyleCnt="4" custScaleX="170003" custScaleY="127502" custRadScaleRad="179841" custRadScaleInc="-60117">
        <dgm:presLayoutVars>
          <dgm:bulletEnabled val="1"/>
        </dgm:presLayoutVars>
      </dgm:prSet>
      <dgm:spPr/>
    </dgm:pt>
    <dgm:pt modelId="{C4B41E26-B1CD-408A-A9C9-6092CEFD0C45}" type="pres">
      <dgm:prSet presAssocID="{42316AA9-3DFD-4D73-8131-C97F5588D064}" presName="sibTrans" presStyleLbl="sibTrans2D1" presStyleIdx="3" presStyleCnt="4" custScaleX="119336" custScaleY="100743"/>
      <dgm:spPr/>
    </dgm:pt>
    <dgm:pt modelId="{E3361417-8655-4BE2-AA79-E5BBEE28AF06}" type="pres">
      <dgm:prSet presAssocID="{42316AA9-3DFD-4D73-8131-C97F5588D064}" presName="connectorText" presStyleLbl="sibTrans2D1" presStyleIdx="3" presStyleCnt="4"/>
      <dgm:spPr/>
    </dgm:pt>
  </dgm:ptLst>
  <dgm:cxnLst>
    <dgm:cxn modelId="{A50B3408-5263-4C45-8D3E-A03077A68A6E}" type="presOf" srcId="{2CE351A6-82D7-4EC3-AA8B-1F1A3A300A73}" destId="{4980481C-8518-4D08-BBE6-625D6D8F8929}" srcOrd="1" destOrd="0" presId="urn:microsoft.com/office/officeart/2005/8/layout/cycle2"/>
    <dgm:cxn modelId="{74A60019-DF3A-43FC-95CD-B105429C760C}" type="presOf" srcId="{AE036A67-86D5-4A1F-B5DD-0D73B645A47C}" destId="{641C5842-BFFB-4603-BE88-87F88143B4B6}" srcOrd="0" destOrd="0" presId="urn:microsoft.com/office/officeart/2005/8/layout/cycle2"/>
    <dgm:cxn modelId="{55296327-110A-42D1-B600-153C3AF00559}" srcId="{133224D5-1757-48B9-AC27-E52BDEC99532}" destId="{713C3C7F-377E-440A-BEDD-3C78FFB5039A}" srcOrd="0" destOrd="0" parTransId="{9596976C-3524-4FF0-B66B-061043A5737F}" sibTransId="{2FE92738-DA25-43DF-91F6-38123F07CAFF}"/>
    <dgm:cxn modelId="{DAAD112C-87EB-46AA-B366-F3F90306C880}" srcId="{136F7DE2-C2E9-45AC-A69A-68D7539F8823}" destId="{133224D5-1757-48B9-AC27-E52BDEC99532}" srcOrd="1" destOrd="0" parTransId="{4D360094-C9BE-43FE-9909-474CAF72C3AE}" sibTransId="{498FBEA2-9C82-4086-B79B-B82E73535A4B}"/>
    <dgm:cxn modelId="{121FAE3B-2E36-41D5-AD89-E2CC7EDD606B}" type="presOf" srcId="{713C3C7F-377E-440A-BEDD-3C78FFB5039A}" destId="{D7059046-AC86-4C11-BF8C-C863630B9F04}" srcOrd="0" destOrd="1" presId="urn:microsoft.com/office/officeart/2005/8/layout/cycle2"/>
    <dgm:cxn modelId="{F5AEA75E-B37A-46BC-92CE-284B04EE7C03}" type="presOf" srcId="{2BF64C19-5875-4240-A64C-D019B33F4C0A}" destId="{356C940E-A59E-4240-A845-43A1B160BA4B}" srcOrd="0" destOrd="1" presId="urn:microsoft.com/office/officeart/2005/8/layout/cycle2"/>
    <dgm:cxn modelId="{A0EDF560-B7AC-4B61-81CE-1346DE29B5AF}" type="presOf" srcId="{CBF2915B-15CA-4B7B-8897-80E31270BDBC}" destId="{E70A0445-2B89-47F9-B915-0E35FB76D118}" srcOrd="0" destOrd="0" presId="urn:microsoft.com/office/officeart/2005/8/layout/cycle2"/>
    <dgm:cxn modelId="{1EA6EC44-05F5-4EDE-B43C-1E7088EC0BD7}" type="presOf" srcId="{CBF2915B-15CA-4B7B-8897-80E31270BDBC}" destId="{D873217C-F914-494E-BC65-4C48E9076A7A}" srcOrd="1" destOrd="0" presId="urn:microsoft.com/office/officeart/2005/8/layout/cycle2"/>
    <dgm:cxn modelId="{30EDC26F-DBF1-41A8-9DEC-4B42299DBA83}" type="presOf" srcId="{133224D5-1757-48B9-AC27-E52BDEC99532}" destId="{D7059046-AC86-4C11-BF8C-C863630B9F04}" srcOrd="0" destOrd="0" presId="urn:microsoft.com/office/officeart/2005/8/layout/cycle2"/>
    <dgm:cxn modelId="{A7860573-5BD7-4C8F-B8C7-F467BE49C8FE}" type="presOf" srcId="{F3C8C43A-6BBD-498C-9B4C-8F559626E449}" destId="{4B10341D-AB01-4CA3-BC95-28A28EB4761E}" srcOrd="0" destOrd="0" presId="urn:microsoft.com/office/officeart/2005/8/layout/cycle2"/>
    <dgm:cxn modelId="{EC999F55-42FB-438D-BE54-D5CAF9D3B15B}" type="presOf" srcId="{8E32FB58-380C-4956-8AB4-3BF9CC27D782}" destId="{356C940E-A59E-4240-A845-43A1B160BA4B}" srcOrd="0" destOrd="0" presId="urn:microsoft.com/office/officeart/2005/8/layout/cycle2"/>
    <dgm:cxn modelId="{1B7BD559-C1CE-4C30-9915-4988BB9637BC}" type="presOf" srcId="{2CE351A6-82D7-4EC3-AA8B-1F1A3A300A73}" destId="{4D0CA0A2-1B99-48DC-AE61-9FB068D2BDF7}" srcOrd="0" destOrd="0" presId="urn:microsoft.com/office/officeart/2005/8/layout/cycle2"/>
    <dgm:cxn modelId="{8C0E7E85-C4CA-4596-B078-9AFA330C627A}" srcId="{F3C8C43A-6BBD-498C-9B4C-8F559626E449}" destId="{33BC7E6B-D9B8-4186-A789-B1F2636602E7}" srcOrd="0" destOrd="0" parTransId="{844A292F-4490-4ECE-B62C-FAEC27FC445A}" sibTransId="{7F882A0D-AF53-4517-B36F-EBAAFC721DC8}"/>
    <dgm:cxn modelId="{9F259D93-14FB-4F78-B1AE-6EE48EFF3D8A}" srcId="{136F7DE2-C2E9-45AC-A69A-68D7539F8823}" destId="{8E32FB58-380C-4956-8AB4-3BF9CC27D782}" srcOrd="2" destOrd="0" parTransId="{3463643F-8B62-4283-B6E0-89BFF52AE06A}" sibTransId="{2CE351A6-82D7-4EC3-AA8B-1F1A3A300A73}"/>
    <dgm:cxn modelId="{842CF5A2-4EAC-452C-B569-EEEC4896E685}" type="presOf" srcId="{39048D07-B5F6-4CE2-AC11-812089FF1528}" destId="{641C5842-BFFB-4603-BE88-87F88143B4B6}" srcOrd="0" destOrd="1" presId="urn:microsoft.com/office/officeart/2005/8/layout/cycle2"/>
    <dgm:cxn modelId="{27AB8DAD-6885-44B1-B7F3-FEE192AF9297}" type="presOf" srcId="{33BC7E6B-D9B8-4186-A789-B1F2636602E7}" destId="{4B10341D-AB01-4CA3-BC95-28A28EB4761E}" srcOrd="0" destOrd="1" presId="urn:microsoft.com/office/officeart/2005/8/layout/cycle2"/>
    <dgm:cxn modelId="{BB7300B2-D3F1-483A-81AF-CE8A46C241AC}" srcId="{136F7DE2-C2E9-45AC-A69A-68D7539F8823}" destId="{AE036A67-86D5-4A1F-B5DD-0D73B645A47C}" srcOrd="3" destOrd="0" parTransId="{34140CA1-B174-4AB7-8C82-6DB8D6735E2F}" sibTransId="{42316AA9-3DFD-4D73-8131-C97F5588D064}"/>
    <dgm:cxn modelId="{914FBCD8-7B5F-4F8A-A7E9-FAA131BF540B}" srcId="{AE036A67-86D5-4A1F-B5DD-0D73B645A47C}" destId="{39048D07-B5F6-4CE2-AC11-812089FF1528}" srcOrd="0" destOrd="0" parTransId="{930D32C1-978B-42DF-A48B-169F7FFC050C}" sibTransId="{53656003-748F-4CFB-9C42-491429B56096}"/>
    <dgm:cxn modelId="{E8322DDB-B7CA-46F3-BF6F-CE634827E348}" type="presOf" srcId="{42316AA9-3DFD-4D73-8131-C97F5588D064}" destId="{E3361417-8655-4BE2-AA79-E5BBEE28AF06}" srcOrd="1" destOrd="0" presId="urn:microsoft.com/office/officeart/2005/8/layout/cycle2"/>
    <dgm:cxn modelId="{231DD5E5-CA75-4150-91F2-04F8F9652AD5}" type="presOf" srcId="{42316AA9-3DFD-4D73-8131-C97F5588D064}" destId="{C4B41E26-B1CD-408A-A9C9-6092CEFD0C45}" srcOrd="0" destOrd="0" presId="urn:microsoft.com/office/officeart/2005/8/layout/cycle2"/>
    <dgm:cxn modelId="{82CE6EEA-37A1-4761-8568-A814C437396D}" type="presOf" srcId="{498FBEA2-9C82-4086-B79B-B82E73535A4B}" destId="{B5E80EF1-B84F-4A3C-AFB9-50B07B7276D3}" srcOrd="0" destOrd="0" presId="urn:microsoft.com/office/officeart/2005/8/layout/cycle2"/>
    <dgm:cxn modelId="{440123ED-7B11-4691-B318-51D78880D9A6}" srcId="{8E32FB58-380C-4956-8AB4-3BF9CC27D782}" destId="{2BF64C19-5875-4240-A64C-D019B33F4C0A}" srcOrd="0" destOrd="0" parTransId="{FF9B75F2-09E8-4038-A148-BE5CBA483BBE}" sibTransId="{231E0997-6AAE-4C93-B124-CCCF00996EA5}"/>
    <dgm:cxn modelId="{F13526EF-5D89-4857-A454-51EC631896B4}" type="presOf" srcId="{498FBEA2-9C82-4086-B79B-B82E73535A4B}" destId="{A4B3EEFE-5D70-4F96-9167-A3176BDF5C4B}" srcOrd="1" destOrd="0" presId="urn:microsoft.com/office/officeart/2005/8/layout/cycle2"/>
    <dgm:cxn modelId="{46A258F4-17F5-4158-8AF5-85720137ED1A}" type="presOf" srcId="{136F7DE2-C2E9-45AC-A69A-68D7539F8823}" destId="{4D5C006B-34E2-4AF8-8232-039904BAC416}" srcOrd="0" destOrd="0" presId="urn:microsoft.com/office/officeart/2005/8/layout/cycle2"/>
    <dgm:cxn modelId="{31D5C4FC-299E-4BB1-8D99-E031EC07B2DD}" srcId="{136F7DE2-C2E9-45AC-A69A-68D7539F8823}" destId="{F3C8C43A-6BBD-498C-9B4C-8F559626E449}" srcOrd="0" destOrd="0" parTransId="{2B2E03FF-BECB-40F6-B661-6115B6BDEA82}" sibTransId="{CBF2915B-15CA-4B7B-8897-80E31270BDBC}"/>
    <dgm:cxn modelId="{9AF5C53B-0EBF-4D63-9CE6-80563AAAD4DD}" type="presParOf" srcId="{4D5C006B-34E2-4AF8-8232-039904BAC416}" destId="{4B10341D-AB01-4CA3-BC95-28A28EB4761E}" srcOrd="0" destOrd="0" presId="urn:microsoft.com/office/officeart/2005/8/layout/cycle2"/>
    <dgm:cxn modelId="{E652352A-6FFC-43D5-BDD5-336D55589A41}" type="presParOf" srcId="{4D5C006B-34E2-4AF8-8232-039904BAC416}" destId="{E70A0445-2B89-47F9-B915-0E35FB76D118}" srcOrd="1" destOrd="0" presId="urn:microsoft.com/office/officeart/2005/8/layout/cycle2"/>
    <dgm:cxn modelId="{CD805613-2E2F-4BCA-B1E0-FF8164512892}" type="presParOf" srcId="{E70A0445-2B89-47F9-B915-0E35FB76D118}" destId="{D873217C-F914-494E-BC65-4C48E9076A7A}" srcOrd="0" destOrd="0" presId="urn:microsoft.com/office/officeart/2005/8/layout/cycle2"/>
    <dgm:cxn modelId="{BA4D5D69-23AE-4B76-ACAF-3075623F4E84}" type="presParOf" srcId="{4D5C006B-34E2-4AF8-8232-039904BAC416}" destId="{D7059046-AC86-4C11-BF8C-C863630B9F04}" srcOrd="2" destOrd="0" presId="urn:microsoft.com/office/officeart/2005/8/layout/cycle2"/>
    <dgm:cxn modelId="{4B04580C-D0B5-43F5-A16A-5A172BE12217}" type="presParOf" srcId="{4D5C006B-34E2-4AF8-8232-039904BAC416}" destId="{B5E80EF1-B84F-4A3C-AFB9-50B07B7276D3}" srcOrd="3" destOrd="0" presId="urn:microsoft.com/office/officeart/2005/8/layout/cycle2"/>
    <dgm:cxn modelId="{8670C30B-CCF8-4770-91B3-54858DC96F09}" type="presParOf" srcId="{B5E80EF1-B84F-4A3C-AFB9-50B07B7276D3}" destId="{A4B3EEFE-5D70-4F96-9167-A3176BDF5C4B}" srcOrd="0" destOrd="0" presId="urn:microsoft.com/office/officeart/2005/8/layout/cycle2"/>
    <dgm:cxn modelId="{036BD8A4-C142-4F57-B814-03335F6270A8}" type="presParOf" srcId="{4D5C006B-34E2-4AF8-8232-039904BAC416}" destId="{356C940E-A59E-4240-A845-43A1B160BA4B}" srcOrd="4" destOrd="0" presId="urn:microsoft.com/office/officeart/2005/8/layout/cycle2"/>
    <dgm:cxn modelId="{E5DA5D6B-08CA-4462-BF47-1750B7C59323}" type="presParOf" srcId="{4D5C006B-34E2-4AF8-8232-039904BAC416}" destId="{4D0CA0A2-1B99-48DC-AE61-9FB068D2BDF7}" srcOrd="5" destOrd="0" presId="urn:microsoft.com/office/officeart/2005/8/layout/cycle2"/>
    <dgm:cxn modelId="{97B18FC9-B198-4AFC-9482-733A326FAEC2}" type="presParOf" srcId="{4D0CA0A2-1B99-48DC-AE61-9FB068D2BDF7}" destId="{4980481C-8518-4D08-BBE6-625D6D8F8929}" srcOrd="0" destOrd="0" presId="urn:microsoft.com/office/officeart/2005/8/layout/cycle2"/>
    <dgm:cxn modelId="{631B0C3B-B8A8-4FBB-994A-C114972E64A6}" type="presParOf" srcId="{4D5C006B-34E2-4AF8-8232-039904BAC416}" destId="{641C5842-BFFB-4603-BE88-87F88143B4B6}" srcOrd="6" destOrd="0" presId="urn:microsoft.com/office/officeart/2005/8/layout/cycle2"/>
    <dgm:cxn modelId="{8B7FE19F-9557-4E73-A3DE-F8B6268A5970}" type="presParOf" srcId="{4D5C006B-34E2-4AF8-8232-039904BAC416}" destId="{C4B41E26-B1CD-408A-A9C9-6092CEFD0C45}" srcOrd="7" destOrd="0" presId="urn:microsoft.com/office/officeart/2005/8/layout/cycle2"/>
    <dgm:cxn modelId="{4F3E228B-BC9D-46EF-BC4E-FB59B194DF01}" type="presParOf" srcId="{C4B41E26-B1CD-408A-A9C9-6092CEFD0C45}" destId="{E3361417-8655-4BE2-AA79-E5BBEE28AF0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B88AD64-6C61-4662-9048-B6D0BFFC6B7A}" type="doc">
      <dgm:prSet loTypeId="urn:microsoft.com/office/officeart/2008/layout/VerticalAccent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37E40EB-9DD2-49A3-8FC4-D2018F837DB1}">
      <dgm:prSet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1800" b="0" i="0">
              <a:solidFill>
                <a:schemeClr val="bg1"/>
              </a:solidFill>
            </a:rPr>
            <a:t>Canavan, B. C., Kurilo, M., Moss, T., McLaren, R., &amp; E. al. (2006). Immunization  information systems progress-United States, 2005. Center for Disease Control Prevention. https://www.proquest.com/reports/immunization-informationsystemsprogressunited/docview/203773125/se-2   </a:t>
          </a:r>
          <a:endParaRPr lang="en-US" sz="1800">
            <a:solidFill>
              <a:schemeClr val="bg1"/>
            </a:solidFill>
          </a:endParaRPr>
        </a:p>
      </dgm:t>
    </dgm:pt>
    <dgm:pt modelId="{BE794B79-E721-45E2-8A65-A2B8E2AA9561}" type="parTrans" cxnId="{802F89F6-A1FF-43FE-BE7D-0D45EF5D3087}">
      <dgm:prSet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endParaRPr lang="en-US" sz="1600"/>
        </a:p>
      </dgm:t>
    </dgm:pt>
    <dgm:pt modelId="{B88D6B13-2C56-4051-9006-43D451183B7F}" type="sibTrans" cxnId="{802F89F6-A1FF-43FE-BE7D-0D45EF5D3087}">
      <dgm:prSet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endParaRPr lang="en-US" sz="1600"/>
        </a:p>
      </dgm:t>
    </dgm:pt>
    <dgm:pt modelId="{0423EB41-F80D-4C83-8C0D-81FC4B8B0078}">
      <dgm:prSet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1800" b="0" i="0">
              <a:solidFill>
                <a:schemeClr val="bg1"/>
              </a:solidFill>
            </a:rPr>
            <a:t>Georgia Department of Public Health. (2025). Georgia Immunization Registry (GRITS).https://dph.georgia.gov/immunizations/providers-and-healthcare/</a:t>
          </a:r>
          <a:r>
            <a:rPr lang="en-US" sz="1800" b="0" i="0" err="1">
              <a:solidFill>
                <a:schemeClr val="bg1"/>
              </a:solidFill>
            </a:rPr>
            <a:t>georgia</a:t>
          </a:r>
          <a:r>
            <a:rPr lang="en-US" sz="1800" b="0" i="0">
              <a:solidFill>
                <a:schemeClr val="bg1"/>
              </a:solidFill>
            </a:rPr>
            <a:t>-</a:t>
          </a:r>
          <a:r>
            <a:rPr lang="en-US" sz="1800" b="0" i="0" err="1">
              <a:solidFill>
                <a:schemeClr val="bg1"/>
              </a:solidFill>
            </a:rPr>
            <a:t>immunizationregistry</a:t>
          </a:r>
          <a:r>
            <a:rPr lang="en-US" sz="1800" b="0" i="0">
              <a:solidFill>
                <a:schemeClr val="bg1"/>
              </a:solidFill>
            </a:rPr>
            <a:t>-grits </a:t>
          </a:r>
          <a:endParaRPr lang="en-US" sz="1800">
            <a:solidFill>
              <a:schemeClr val="bg1"/>
            </a:solidFill>
          </a:endParaRPr>
        </a:p>
      </dgm:t>
    </dgm:pt>
    <dgm:pt modelId="{75E946ED-9FDF-47A4-83D1-F30C08A9BC42}" type="parTrans" cxnId="{E50648E3-2315-4289-A6C1-9262CF6CE27F}">
      <dgm:prSet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endParaRPr lang="en-US" sz="1600"/>
        </a:p>
      </dgm:t>
    </dgm:pt>
    <dgm:pt modelId="{61EFF1D1-486F-474B-8971-9B0FABC6491F}" type="sibTrans" cxnId="{E50648E3-2315-4289-A6C1-9262CF6CE27F}">
      <dgm:prSet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endParaRPr lang="en-US" sz="1600"/>
        </a:p>
      </dgm:t>
    </dgm:pt>
    <dgm:pt modelId="{F46FF8B1-4943-4EE4-96F6-84D3B3A6C3F5}">
      <dgm:prSet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1800" b="0" i="0">
              <a:solidFill>
                <a:schemeClr val="bg1"/>
              </a:solidFill>
            </a:rPr>
            <a:t>University System of Georgia. (n.d.). Board of Regents policy manual: Section 4.2 -Admission policies. https://usg.edu/policymanual/section4/C334 </a:t>
          </a:r>
          <a:endParaRPr lang="en-US" sz="1800">
            <a:solidFill>
              <a:schemeClr val="bg1"/>
            </a:solidFill>
          </a:endParaRPr>
        </a:p>
      </dgm:t>
    </dgm:pt>
    <dgm:pt modelId="{73333465-7398-450F-8384-0B3DACAC08BF}" type="parTrans" cxnId="{61A28E97-B505-499C-B69F-4FF1C5904727}">
      <dgm:prSet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endParaRPr lang="en-US" sz="1600"/>
        </a:p>
      </dgm:t>
    </dgm:pt>
    <dgm:pt modelId="{BCA70581-3871-4D71-B925-88C65596C236}" type="sibTrans" cxnId="{61A28E97-B505-499C-B69F-4FF1C5904727}">
      <dgm:prSet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endParaRPr lang="en-US" sz="1600"/>
        </a:p>
      </dgm:t>
    </dgm:pt>
    <dgm:pt modelId="{1029FFD6-1EF4-41B2-81E9-5ADC06EA621A}" type="pres">
      <dgm:prSet presAssocID="{9B88AD64-6C61-4662-9048-B6D0BFFC6B7A}" presName="Name0" presStyleCnt="0">
        <dgm:presLayoutVars>
          <dgm:chMax/>
          <dgm:chPref/>
          <dgm:dir/>
        </dgm:presLayoutVars>
      </dgm:prSet>
      <dgm:spPr/>
    </dgm:pt>
    <dgm:pt modelId="{3575BA18-35D7-4255-A29A-1E3D10E2E119}" type="pres">
      <dgm:prSet presAssocID="{737E40EB-9DD2-49A3-8FC4-D2018F837DB1}" presName="parenttextcomposite" presStyleCnt="0"/>
      <dgm:spPr/>
    </dgm:pt>
    <dgm:pt modelId="{91FB18CB-FFA1-485E-B487-3A6D78ACAF6F}" type="pres">
      <dgm:prSet presAssocID="{737E40EB-9DD2-49A3-8FC4-D2018F837DB1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9A7F11A6-08EA-4D0A-BC89-CC85BD585037}" type="pres">
      <dgm:prSet presAssocID="{737E40EB-9DD2-49A3-8FC4-D2018F837DB1}" presName="parallelogramComposite" presStyleCnt="0"/>
      <dgm:spPr/>
    </dgm:pt>
    <dgm:pt modelId="{AFB4E796-8ED1-4A67-ACA6-C403D78738D5}" type="pres">
      <dgm:prSet presAssocID="{737E40EB-9DD2-49A3-8FC4-D2018F837DB1}" presName="parallelogram1" presStyleLbl="alignNode1" presStyleIdx="0" presStyleCnt="21"/>
      <dgm:spPr/>
    </dgm:pt>
    <dgm:pt modelId="{612E8579-252C-4D50-A722-36C89E31A28E}" type="pres">
      <dgm:prSet presAssocID="{737E40EB-9DD2-49A3-8FC4-D2018F837DB1}" presName="parallelogram2" presStyleLbl="alignNode1" presStyleIdx="1" presStyleCnt="21"/>
      <dgm:spPr/>
    </dgm:pt>
    <dgm:pt modelId="{E7F4A6F5-5DD0-48D2-8072-671D64537570}" type="pres">
      <dgm:prSet presAssocID="{737E40EB-9DD2-49A3-8FC4-D2018F837DB1}" presName="parallelogram3" presStyleLbl="alignNode1" presStyleIdx="2" presStyleCnt="21"/>
      <dgm:spPr/>
    </dgm:pt>
    <dgm:pt modelId="{ED0FEF8F-A80B-4F36-B239-558692681EC6}" type="pres">
      <dgm:prSet presAssocID="{737E40EB-9DD2-49A3-8FC4-D2018F837DB1}" presName="parallelogram4" presStyleLbl="alignNode1" presStyleIdx="3" presStyleCnt="21"/>
      <dgm:spPr/>
    </dgm:pt>
    <dgm:pt modelId="{0EDAE07A-96BE-4042-8F85-D8ACE1D28F01}" type="pres">
      <dgm:prSet presAssocID="{737E40EB-9DD2-49A3-8FC4-D2018F837DB1}" presName="parallelogram5" presStyleLbl="alignNode1" presStyleIdx="4" presStyleCnt="21"/>
      <dgm:spPr/>
    </dgm:pt>
    <dgm:pt modelId="{BF5DBB37-ACEA-4A49-8AF7-DFED779C78FE}" type="pres">
      <dgm:prSet presAssocID="{737E40EB-9DD2-49A3-8FC4-D2018F837DB1}" presName="parallelogram6" presStyleLbl="alignNode1" presStyleIdx="5" presStyleCnt="21"/>
      <dgm:spPr/>
    </dgm:pt>
    <dgm:pt modelId="{9468910B-6989-4C9B-B7F3-7ACBC671175F}" type="pres">
      <dgm:prSet presAssocID="{737E40EB-9DD2-49A3-8FC4-D2018F837DB1}" presName="parallelogram7" presStyleLbl="alignNode1" presStyleIdx="6" presStyleCnt="21"/>
      <dgm:spPr/>
    </dgm:pt>
    <dgm:pt modelId="{7DB3786F-E5B7-4823-B7CB-B41F5C33BE02}" type="pres">
      <dgm:prSet presAssocID="{B88D6B13-2C56-4051-9006-43D451183B7F}" presName="sibTrans" presStyleCnt="0"/>
      <dgm:spPr/>
    </dgm:pt>
    <dgm:pt modelId="{891D39C5-923A-4B68-9FAF-5AE92FEC21CA}" type="pres">
      <dgm:prSet presAssocID="{0423EB41-F80D-4C83-8C0D-81FC4B8B0078}" presName="parenttextcomposite" presStyleCnt="0"/>
      <dgm:spPr/>
    </dgm:pt>
    <dgm:pt modelId="{070BD6EF-0683-4B4B-9CF9-28A244001D50}" type="pres">
      <dgm:prSet presAssocID="{0423EB41-F80D-4C83-8C0D-81FC4B8B0078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C146EA47-0073-449B-9651-02616B470ACF}" type="pres">
      <dgm:prSet presAssocID="{0423EB41-F80D-4C83-8C0D-81FC4B8B0078}" presName="parallelogramComposite" presStyleCnt="0"/>
      <dgm:spPr/>
    </dgm:pt>
    <dgm:pt modelId="{A2787C7A-19E8-4831-9BA7-0282E659F7D5}" type="pres">
      <dgm:prSet presAssocID="{0423EB41-F80D-4C83-8C0D-81FC4B8B0078}" presName="parallelogram1" presStyleLbl="alignNode1" presStyleIdx="7" presStyleCnt="21"/>
      <dgm:spPr/>
    </dgm:pt>
    <dgm:pt modelId="{F48A8A63-DCAE-4883-BB64-B1B3051C81EF}" type="pres">
      <dgm:prSet presAssocID="{0423EB41-F80D-4C83-8C0D-81FC4B8B0078}" presName="parallelogram2" presStyleLbl="alignNode1" presStyleIdx="8" presStyleCnt="21"/>
      <dgm:spPr/>
    </dgm:pt>
    <dgm:pt modelId="{D6795821-581E-4BB7-9259-9073AD0212AF}" type="pres">
      <dgm:prSet presAssocID="{0423EB41-F80D-4C83-8C0D-81FC4B8B0078}" presName="parallelogram3" presStyleLbl="alignNode1" presStyleIdx="9" presStyleCnt="21"/>
      <dgm:spPr/>
    </dgm:pt>
    <dgm:pt modelId="{07144ED5-5D2E-4E3B-AB6D-138934926544}" type="pres">
      <dgm:prSet presAssocID="{0423EB41-F80D-4C83-8C0D-81FC4B8B0078}" presName="parallelogram4" presStyleLbl="alignNode1" presStyleIdx="10" presStyleCnt="21"/>
      <dgm:spPr/>
    </dgm:pt>
    <dgm:pt modelId="{24680807-3477-48FA-BF4E-D820CDA47EE4}" type="pres">
      <dgm:prSet presAssocID="{0423EB41-F80D-4C83-8C0D-81FC4B8B0078}" presName="parallelogram5" presStyleLbl="alignNode1" presStyleIdx="11" presStyleCnt="21"/>
      <dgm:spPr/>
    </dgm:pt>
    <dgm:pt modelId="{D1279F47-9A4C-4D88-8616-67581BB36C7B}" type="pres">
      <dgm:prSet presAssocID="{0423EB41-F80D-4C83-8C0D-81FC4B8B0078}" presName="parallelogram6" presStyleLbl="alignNode1" presStyleIdx="12" presStyleCnt="21"/>
      <dgm:spPr/>
    </dgm:pt>
    <dgm:pt modelId="{604B0CF0-27F0-405C-81FA-4668FA172A2D}" type="pres">
      <dgm:prSet presAssocID="{0423EB41-F80D-4C83-8C0D-81FC4B8B0078}" presName="parallelogram7" presStyleLbl="alignNode1" presStyleIdx="13" presStyleCnt="21"/>
      <dgm:spPr/>
    </dgm:pt>
    <dgm:pt modelId="{5574CC03-5D57-4D2D-91FB-68613B9A518D}" type="pres">
      <dgm:prSet presAssocID="{61EFF1D1-486F-474B-8971-9B0FABC6491F}" presName="sibTrans" presStyleCnt="0"/>
      <dgm:spPr/>
    </dgm:pt>
    <dgm:pt modelId="{624F7C0B-0943-4E39-BB02-27D4B47AE35F}" type="pres">
      <dgm:prSet presAssocID="{F46FF8B1-4943-4EE4-96F6-84D3B3A6C3F5}" presName="parenttextcomposite" presStyleCnt="0"/>
      <dgm:spPr/>
    </dgm:pt>
    <dgm:pt modelId="{5E294DC3-E484-42BE-AC90-1749280377DE}" type="pres">
      <dgm:prSet presAssocID="{F46FF8B1-4943-4EE4-96F6-84D3B3A6C3F5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4E3F4948-9320-4C5B-A4EF-D8EEA4975047}" type="pres">
      <dgm:prSet presAssocID="{F46FF8B1-4943-4EE4-96F6-84D3B3A6C3F5}" presName="parallelogramComposite" presStyleCnt="0"/>
      <dgm:spPr/>
    </dgm:pt>
    <dgm:pt modelId="{21DD9D0A-C435-4AEC-8121-0BE5C7A303A8}" type="pres">
      <dgm:prSet presAssocID="{F46FF8B1-4943-4EE4-96F6-84D3B3A6C3F5}" presName="parallelogram1" presStyleLbl="alignNode1" presStyleIdx="14" presStyleCnt="21"/>
      <dgm:spPr/>
    </dgm:pt>
    <dgm:pt modelId="{A92A7777-BCC3-4048-B211-937861F981BC}" type="pres">
      <dgm:prSet presAssocID="{F46FF8B1-4943-4EE4-96F6-84D3B3A6C3F5}" presName="parallelogram2" presStyleLbl="alignNode1" presStyleIdx="15" presStyleCnt="21"/>
      <dgm:spPr/>
    </dgm:pt>
    <dgm:pt modelId="{BC28E3F8-8CF8-40B9-AF8E-A39E110820A4}" type="pres">
      <dgm:prSet presAssocID="{F46FF8B1-4943-4EE4-96F6-84D3B3A6C3F5}" presName="parallelogram3" presStyleLbl="alignNode1" presStyleIdx="16" presStyleCnt="21"/>
      <dgm:spPr/>
    </dgm:pt>
    <dgm:pt modelId="{CC945C05-8255-40D5-89E0-68C75927F582}" type="pres">
      <dgm:prSet presAssocID="{F46FF8B1-4943-4EE4-96F6-84D3B3A6C3F5}" presName="parallelogram4" presStyleLbl="alignNode1" presStyleIdx="17" presStyleCnt="21"/>
      <dgm:spPr/>
    </dgm:pt>
    <dgm:pt modelId="{8C14DB50-A137-49E9-AAB1-87F59EA656E5}" type="pres">
      <dgm:prSet presAssocID="{F46FF8B1-4943-4EE4-96F6-84D3B3A6C3F5}" presName="parallelogram5" presStyleLbl="alignNode1" presStyleIdx="18" presStyleCnt="21"/>
      <dgm:spPr/>
    </dgm:pt>
    <dgm:pt modelId="{17B26778-011A-4376-AE0C-1B2558707D47}" type="pres">
      <dgm:prSet presAssocID="{F46FF8B1-4943-4EE4-96F6-84D3B3A6C3F5}" presName="parallelogram6" presStyleLbl="alignNode1" presStyleIdx="19" presStyleCnt="21"/>
      <dgm:spPr/>
    </dgm:pt>
    <dgm:pt modelId="{27097EA5-A5AF-446D-A994-BDDFECAB5F91}" type="pres">
      <dgm:prSet presAssocID="{F46FF8B1-4943-4EE4-96F6-84D3B3A6C3F5}" presName="parallelogram7" presStyleLbl="alignNode1" presStyleIdx="20" presStyleCnt="21"/>
      <dgm:spPr/>
    </dgm:pt>
  </dgm:ptLst>
  <dgm:cxnLst>
    <dgm:cxn modelId="{B35CDD29-6FFE-43E1-8319-E472188DC018}" type="presOf" srcId="{F46FF8B1-4943-4EE4-96F6-84D3B3A6C3F5}" destId="{5E294DC3-E484-42BE-AC90-1749280377DE}" srcOrd="0" destOrd="0" presId="urn:microsoft.com/office/officeart/2008/layout/VerticalAccentList"/>
    <dgm:cxn modelId="{3A390A3E-3FA7-439B-B42E-4D2745C925D5}" type="presOf" srcId="{0423EB41-F80D-4C83-8C0D-81FC4B8B0078}" destId="{070BD6EF-0683-4B4B-9CF9-28A244001D50}" srcOrd="0" destOrd="0" presId="urn:microsoft.com/office/officeart/2008/layout/VerticalAccentList"/>
    <dgm:cxn modelId="{61A28E97-B505-499C-B69F-4FF1C5904727}" srcId="{9B88AD64-6C61-4662-9048-B6D0BFFC6B7A}" destId="{F46FF8B1-4943-4EE4-96F6-84D3B3A6C3F5}" srcOrd="2" destOrd="0" parTransId="{73333465-7398-450F-8384-0B3DACAC08BF}" sibTransId="{BCA70581-3871-4D71-B925-88C65596C236}"/>
    <dgm:cxn modelId="{7308C7A2-D905-4AD6-8AB4-7A38D70817BA}" type="presOf" srcId="{737E40EB-9DD2-49A3-8FC4-D2018F837DB1}" destId="{91FB18CB-FFA1-485E-B487-3A6D78ACAF6F}" srcOrd="0" destOrd="0" presId="urn:microsoft.com/office/officeart/2008/layout/VerticalAccentList"/>
    <dgm:cxn modelId="{CDBB21DE-D366-4574-A662-ECB33721D0BE}" type="presOf" srcId="{9B88AD64-6C61-4662-9048-B6D0BFFC6B7A}" destId="{1029FFD6-1EF4-41B2-81E9-5ADC06EA621A}" srcOrd="0" destOrd="0" presId="urn:microsoft.com/office/officeart/2008/layout/VerticalAccentList"/>
    <dgm:cxn modelId="{E50648E3-2315-4289-A6C1-9262CF6CE27F}" srcId="{9B88AD64-6C61-4662-9048-B6D0BFFC6B7A}" destId="{0423EB41-F80D-4C83-8C0D-81FC4B8B0078}" srcOrd="1" destOrd="0" parTransId="{75E946ED-9FDF-47A4-83D1-F30C08A9BC42}" sibTransId="{61EFF1D1-486F-474B-8971-9B0FABC6491F}"/>
    <dgm:cxn modelId="{802F89F6-A1FF-43FE-BE7D-0D45EF5D3087}" srcId="{9B88AD64-6C61-4662-9048-B6D0BFFC6B7A}" destId="{737E40EB-9DD2-49A3-8FC4-D2018F837DB1}" srcOrd="0" destOrd="0" parTransId="{BE794B79-E721-45E2-8A65-A2B8E2AA9561}" sibTransId="{B88D6B13-2C56-4051-9006-43D451183B7F}"/>
    <dgm:cxn modelId="{F02A7D41-6EBD-4750-9322-2A8CC80088D4}" type="presParOf" srcId="{1029FFD6-1EF4-41B2-81E9-5ADC06EA621A}" destId="{3575BA18-35D7-4255-A29A-1E3D10E2E119}" srcOrd="0" destOrd="0" presId="urn:microsoft.com/office/officeart/2008/layout/VerticalAccentList"/>
    <dgm:cxn modelId="{3F701A88-3758-4A6E-9930-E4842B86E7EB}" type="presParOf" srcId="{3575BA18-35D7-4255-A29A-1E3D10E2E119}" destId="{91FB18CB-FFA1-485E-B487-3A6D78ACAF6F}" srcOrd="0" destOrd="0" presId="urn:microsoft.com/office/officeart/2008/layout/VerticalAccentList"/>
    <dgm:cxn modelId="{2C137038-99F4-4AE5-BA06-F720B6DBAE30}" type="presParOf" srcId="{1029FFD6-1EF4-41B2-81E9-5ADC06EA621A}" destId="{9A7F11A6-08EA-4D0A-BC89-CC85BD585037}" srcOrd="1" destOrd="0" presId="urn:microsoft.com/office/officeart/2008/layout/VerticalAccentList"/>
    <dgm:cxn modelId="{B201E8C0-1614-4DD5-B3A1-65B5A78882CA}" type="presParOf" srcId="{9A7F11A6-08EA-4D0A-BC89-CC85BD585037}" destId="{AFB4E796-8ED1-4A67-ACA6-C403D78738D5}" srcOrd="0" destOrd="0" presId="urn:microsoft.com/office/officeart/2008/layout/VerticalAccentList"/>
    <dgm:cxn modelId="{1A21DAFC-7A6C-4C7B-861B-896987640342}" type="presParOf" srcId="{9A7F11A6-08EA-4D0A-BC89-CC85BD585037}" destId="{612E8579-252C-4D50-A722-36C89E31A28E}" srcOrd="1" destOrd="0" presId="urn:microsoft.com/office/officeart/2008/layout/VerticalAccentList"/>
    <dgm:cxn modelId="{EEE06AF1-AD0B-4A51-BECD-9620DC756E6A}" type="presParOf" srcId="{9A7F11A6-08EA-4D0A-BC89-CC85BD585037}" destId="{E7F4A6F5-5DD0-48D2-8072-671D64537570}" srcOrd="2" destOrd="0" presId="urn:microsoft.com/office/officeart/2008/layout/VerticalAccentList"/>
    <dgm:cxn modelId="{DE0D7120-DA95-49DA-8E99-1BECA8A94157}" type="presParOf" srcId="{9A7F11A6-08EA-4D0A-BC89-CC85BD585037}" destId="{ED0FEF8F-A80B-4F36-B239-558692681EC6}" srcOrd="3" destOrd="0" presId="urn:microsoft.com/office/officeart/2008/layout/VerticalAccentList"/>
    <dgm:cxn modelId="{53B81B1B-73A2-45E5-9139-540B8B58853B}" type="presParOf" srcId="{9A7F11A6-08EA-4D0A-BC89-CC85BD585037}" destId="{0EDAE07A-96BE-4042-8F85-D8ACE1D28F01}" srcOrd="4" destOrd="0" presId="urn:microsoft.com/office/officeart/2008/layout/VerticalAccentList"/>
    <dgm:cxn modelId="{5DEF8F79-D638-468D-BFB7-88F50B333AD7}" type="presParOf" srcId="{9A7F11A6-08EA-4D0A-BC89-CC85BD585037}" destId="{BF5DBB37-ACEA-4A49-8AF7-DFED779C78FE}" srcOrd="5" destOrd="0" presId="urn:microsoft.com/office/officeart/2008/layout/VerticalAccentList"/>
    <dgm:cxn modelId="{E723DD86-BD8C-46E5-846F-E38533FD2183}" type="presParOf" srcId="{9A7F11A6-08EA-4D0A-BC89-CC85BD585037}" destId="{9468910B-6989-4C9B-B7F3-7ACBC671175F}" srcOrd="6" destOrd="0" presId="urn:microsoft.com/office/officeart/2008/layout/VerticalAccentList"/>
    <dgm:cxn modelId="{46D58B32-7C6E-42E0-B42A-F9A871322D19}" type="presParOf" srcId="{1029FFD6-1EF4-41B2-81E9-5ADC06EA621A}" destId="{7DB3786F-E5B7-4823-B7CB-B41F5C33BE02}" srcOrd="2" destOrd="0" presId="urn:microsoft.com/office/officeart/2008/layout/VerticalAccentList"/>
    <dgm:cxn modelId="{2C1D43CA-D5BA-4778-A03A-71DC9D7F0910}" type="presParOf" srcId="{1029FFD6-1EF4-41B2-81E9-5ADC06EA621A}" destId="{891D39C5-923A-4B68-9FAF-5AE92FEC21CA}" srcOrd="3" destOrd="0" presId="urn:microsoft.com/office/officeart/2008/layout/VerticalAccentList"/>
    <dgm:cxn modelId="{FA173207-7578-4804-9C5A-F82CCEDA4FC3}" type="presParOf" srcId="{891D39C5-923A-4B68-9FAF-5AE92FEC21CA}" destId="{070BD6EF-0683-4B4B-9CF9-28A244001D50}" srcOrd="0" destOrd="0" presId="urn:microsoft.com/office/officeart/2008/layout/VerticalAccentList"/>
    <dgm:cxn modelId="{FE3882F1-B63B-4E88-9ADB-F89C2EABCB93}" type="presParOf" srcId="{1029FFD6-1EF4-41B2-81E9-5ADC06EA621A}" destId="{C146EA47-0073-449B-9651-02616B470ACF}" srcOrd="4" destOrd="0" presId="urn:microsoft.com/office/officeart/2008/layout/VerticalAccentList"/>
    <dgm:cxn modelId="{05C84018-2437-443F-8DF8-8BFF31AC1EB9}" type="presParOf" srcId="{C146EA47-0073-449B-9651-02616B470ACF}" destId="{A2787C7A-19E8-4831-9BA7-0282E659F7D5}" srcOrd="0" destOrd="0" presId="urn:microsoft.com/office/officeart/2008/layout/VerticalAccentList"/>
    <dgm:cxn modelId="{494DCB0A-ABEB-44C2-A8F1-D697166C947C}" type="presParOf" srcId="{C146EA47-0073-449B-9651-02616B470ACF}" destId="{F48A8A63-DCAE-4883-BB64-B1B3051C81EF}" srcOrd="1" destOrd="0" presId="urn:microsoft.com/office/officeart/2008/layout/VerticalAccentList"/>
    <dgm:cxn modelId="{DF6A609D-D18E-49DD-A3D1-EA3FB2E54B6B}" type="presParOf" srcId="{C146EA47-0073-449B-9651-02616B470ACF}" destId="{D6795821-581E-4BB7-9259-9073AD0212AF}" srcOrd="2" destOrd="0" presId="urn:microsoft.com/office/officeart/2008/layout/VerticalAccentList"/>
    <dgm:cxn modelId="{B7D14F4E-CEDF-4D1E-8438-B1E6E34C43F5}" type="presParOf" srcId="{C146EA47-0073-449B-9651-02616B470ACF}" destId="{07144ED5-5D2E-4E3B-AB6D-138934926544}" srcOrd="3" destOrd="0" presId="urn:microsoft.com/office/officeart/2008/layout/VerticalAccentList"/>
    <dgm:cxn modelId="{AAAA8605-0A91-4B40-A073-D6E8A5638E72}" type="presParOf" srcId="{C146EA47-0073-449B-9651-02616B470ACF}" destId="{24680807-3477-48FA-BF4E-D820CDA47EE4}" srcOrd="4" destOrd="0" presId="urn:microsoft.com/office/officeart/2008/layout/VerticalAccentList"/>
    <dgm:cxn modelId="{768410FB-96B7-4B47-BC8B-56EE4649E3AC}" type="presParOf" srcId="{C146EA47-0073-449B-9651-02616B470ACF}" destId="{D1279F47-9A4C-4D88-8616-67581BB36C7B}" srcOrd="5" destOrd="0" presId="urn:microsoft.com/office/officeart/2008/layout/VerticalAccentList"/>
    <dgm:cxn modelId="{6B25F890-1877-43FC-98B7-22329C756CEA}" type="presParOf" srcId="{C146EA47-0073-449B-9651-02616B470ACF}" destId="{604B0CF0-27F0-405C-81FA-4668FA172A2D}" srcOrd="6" destOrd="0" presId="urn:microsoft.com/office/officeart/2008/layout/VerticalAccentList"/>
    <dgm:cxn modelId="{AD3CB561-A0CC-4176-A2CB-CABC0D8ED7C5}" type="presParOf" srcId="{1029FFD6-1EF4-41B2-81E9-5ADC06EA621A}" destId="{5574CC03-5D57-4D2D-91FB-68613B9A518D}" srcOrd="5" destOrd="0" presId="urn:microsoft.com/office/officeart/2008/layout/VerticalAccentList"/>
    <dgm:cxn modelId="{B4BDC793-2A47-4A58-BDA5-0C8C36B486F9}" type="presParOf" srcId="{1029FFD6-1EF4-41B2-81E9-5ADC06EA621A}" destId="{624F7C0B-0943-4E39-BB02-27D4B47AE35F}" srcOrd="6" destOrd="0" presId="urn:microsoft.com/office/officeart/2008/layout/VerticalAccentList"/>
    <dgm:cxn modelId="{1BE89CF1-544C-41E8-944D-986A3BA4727C}" type="presParOf" srcId="{624F7C0B-0943-4E39-BB02-27D4B47AE35F}" destId="{5E294DC3-E484-42BE-AC90-1749280377DE}" srcOrd="0" destOrd="0" presId="urn:microsoft.com/office/officeart/2008/layout/VerticalAccentList"/>
    <dgm:cxn modelId="{A5AF463B-E19F-48D3-99FD-100C13D1DDD6}" type="presParOf" srcId="{1029FFD6-1EF4-41B2-81E9-5ADC06EA621A}" destId="{4E3F4948-9320-4C5B-A4EF-D8EEA4975047}" srcOrd="7" destOrd="0" presId="urn:microsoft.com/office/officeart/2008/layout/VerticalAccentList"/>
    <dgm:cxn modelId="{71799241-C125-4D16-9E8F-02848C504CA5}" type="presParOf" srcId="{4E3F4948-9320-4C5B-A4EF-D8EEA4975047}" destId="{21DD9D0A-C435-4AEC-8121-0BE5C7A303A8}" srcOrd="0" destOrd="0" presId="urn:microsoft.com/office/officeart/2008/layout/VerticalAccentList"/>
    <dgm:cxn modelId="{77C98E42-1E8C-4C43-80AB-960E73973789}" type="presParOf" srcId="{4E3F4948-9320-4C5B-A4EF-D8EEA4975047}" destId="{A92A7777-BCC3-4048-B211-937861F981BC}" srcOrd="1" destOrd="0" presId="urn:microsoft.com/office/officeart/2008/layout/VerticalAccentList"/>
    <dgm:cxn modelId="{F9F28092-0FDB-40A4-9B34-8FB407E6F1E6}" type="presParOf" srcId="{4E3F4948-9320-4C5B-A4EF-D8EEA4975047}" destId="{BC28E3F8-8CF8-40B9-AF8E-A39E110820A4}" srcOrd="2" destOrd="0" presId="urn:microsoft.com/office/officeart/2008/layout/VerticalAccentList"/>
    <dgm:cxn modelId="{21FEF61B-6BF1-4566-8B2F-53C1014096FA}" type="presParOf" srcId="{4E3F4948-9320-4C5B-A4EF-D8EEA4975047}" destId="{CC945C05-8255-40D5-89E0-68C75927F582}" srcOrd="3" destOrd="0" presId="urn:microsoft.com/office/officeart/2008/layout/VerticalAccentList"/>
    <dgm:cxn modelId="{E8F71D65-C77D-4247-87EB-3608D37A19F2}" type="presParOf" srcId="{4E3F4948-9320-4C5B-A4EF-D8EEA4975047}" destId="{8C14DB50-A137-49E9-AAB1-87F59EA656E5}" srcOrd="4" destOrd="0" presId="urn:microsoft.com/office/officeart/2008/layout/VerticalAccentList"/>
    <dgm:cxn modelId="{E1E21C5A-394D-44F9-A859-189F83822677}" type="presParOf" srcId="{4E3F4948-9320-4C5B-A4EF-D8EEA4975047}" destId="{17B26778-011A-4376-AE0C-1B2558707D47}" srcOrd="5" destOrd="0" presId="urn:microsoft.com/office/officeart/2008/layout/VerticalAccentList"/>
    <dgm:cxn modelId="{4F4FE375-B90C-4AF9-BE23-39D000E60B30}" type="presParOf" srcId="{4E3F4948-9320-4C5B-A4EF-D8EEA4975047}" destId="{27097EA5-A5AF-446D-A994-BDDFECAB5F91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D4BDC-3F1D-4ED7-8781-1AF411BE9269}">
      <dsp:nvSpPr>
        <dsp:cNvPr id="0" name=""/>
        <dsp:cNvSpPr/>
      </dsp:nvSpPr>
      <dsp:spPr>
        <a:xfrm>
          <a:off x="0" y="834"/>
          <a:ext cx="639067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A3D0B6-9AF6-434A-B7EB-6E88E19A8A0D}">
      <dsp:nvSpPr>
        <dsp:cNvPr id="0" name=""/>
        <dsp:cNvSpPr/>
      </dsp:nvSpPr>
      <dsp:spPr>
        <a:xfrm>
          <a:off x="0" y="834"/>
          <a:ext cx="6390672" cy="75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>
              <a:solidFill>
                <a:schemeClr val="accent5">
                  <a:lumMod val="75000"/>
                </a:schemeClr>
              </a:solidFill>
            </a:rPr>
            <a:t>Introduction</a:t>
          </a:r>
        </a:p>
      </dsp:txBody>
      <dsp:txXfrm>
        <a:off x="0" y="834"/>
        <a:ext cx="6390672" cy="759526"/>
      </dsp:txXfrm>
    </dsp:sp>
    <dsp:sp modelId="{CA0BBE6C-A060-49C9-839F-ADA9F0E3BC2B}">
      <dsp:nvSpPr>
        <dsp:cNvPr id="0" name=""/>
        <dsp:cNvSpPr/>
      </dsp:nvSpPr>
      <dsp:spPr>
        <a:xfrm>
          <a:off x="0" y="760360"/>
          <a:ext cx="639067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39F91-AD5B-4E87-8B45-36695945D18B}">
      <dsp:nvSpPr>
        <dsp:cNvPr id="0" name=""/>
        <dsp:cNvSpPr/>
      </dsp:nvSpPr>
      <dsp:spPr>
        <a:xfrm>
          <a:off x="0" y="760360"/>
          <a:ext cx="6390672" cy="75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solidFill>
                <a:schemeClr val="accent5">
                  <a:lumMod val="75000"/>
                </a:schemeClr>
              </a:solidFill>
            </a:rPr>
            <a:t>Background &amp; Problem Statement</a:t>
          </a:r>
        </a:p>
      </dsp:txBody>
      <dsp:txXfrm>
        <a:off x="0" y="760360"/>
        <a:ext cx="6390672" cy="759526"/>
      </dsp:txXfrm>
    </dsp:sp>
    <dsp:sp modelId="{53875268-1863-4CF7-BE27-CFC650AD6624}">
      <dsp:nvSpPr>
        <dsp:cNvPr id="0" name=""/>
        <dsp:cNvSpPr/>
      </dsp:nvSpPr>
      <dsp:spPr>
        <a:xfrm>
          <a:off x="0" y="1519887"/>
          <a:ext cx="639067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0BFAD-3103-4172-9356-F74C749517EE}">
      <dsp:nvSpPr>
        <dsp:cNvPr id="0" name=""/>
        <dsp:cNvSpPr/>
      </dsp:nvSpPr>
      <dsp:spPr>
        <a:xfrm>
          <a:off x="0" y="1519887"/>
          <a:ext cx="6390672" cy="75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solidFill>
                <a:schemeClr val="accent5">
                  <a:lumMod val="75000"/>
                </a:schemeClr>
              </a:solidFill>
            </a:rPr>
            <a:t>Research Objectives &amp; Question</a:t>
          </a:r>
        </a:p>
      </dsp:txBody>
      <dsp:txXfrm>
        <a:off x="0" y="1519887"/>
        <a:ext cx="6390672" cy="759526"/>
      </dsp:txXfrm>
    </dsp:sp>
    <dsp:sp modelId="{B4B4F54C-801F-4B09-AA3D-A9F1DBAC479F}">
      <dsp:nvSpPr>
        <dsp:cNvPr id="0" name=""/>
        <dsp:cNvSpPr/>
      </dsp:nvSpPr>
      <dsp:spPr>
        <a:xfrm>
          <a:off x="0" y="2279413"/>
          <a:ext cx="639067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1BCB0-F7C2-418E-ADB2-C88E7BC35E16}">
      <dsp:nvSpPr>
        <dsp:cNvPr id="0" name=""/>
        <dsp:cNvSpPr/>
      </dsp:nvSpPr>
      <dsp:spPr>
        <a:xfrm>
          <a:off x="0" y="2279413"/>
          <a:ext cx="6390672" cy="75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solidFill>
                <a:schemeClr val="accent5">
                  <a:lumMod val="75000"/>
                </a:schemeClr>
              </a:solidFill>
            </a:rPr>
            <a:t>Research </a:t>
          </a:r>
          <a:r>
            <a:rPr lang="en-US" sz="2700" kern="1200">
              <a:solidFill>
                <a:schemeClr val="accent5">
                  <a:lumMod val="75000"/>
                </a:schemeClr>
              </a:solidFill>
              <a:latin typeface="Arial"/>
            </a:rPr>
            <a:t>Methods</a:t>
          </a:r>
          <a:endParaRPr lang="en-US" sz="2700" kern="1200">
            <a:solidFill>
              <a:schemeClr val="accent5">
                <a:lumMod val="75000"/>
              </a:schemeClr>
            </a:solidFill>
          </a:endParaRPr>
        </a:p>
      </dsp:txBody>
      <dsp:txXfrm>
        <a:off x="0" y="2279413"/>
        <a:ext cx="6390672" cy="759526"/>
      </dsp:txXfrm>
    </dsp:sp>
    <dsp:sp modelId="{5AB237F8-211D-49E2-A9EC-A06C928E8638}">
      <dsp:nvSpPr>
        <dsp:cNvPr id="0" name=""/>
        <dsp:cNvSpPr/>
      </dsp:nvSpPr>
      <dsp:spPr>
        <a:xfrm>
          <a:off x="0" y="3038939"/>
          <a:ext cx="639067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FCDA96-AA73-4146-9BB5-1B313A6958F0}">
      <dsp:nvSpPr>
        <dsp:cNvPr id="0" name=""/>
        <dsp:cNvSpPr/>
      </dsp:nvSpPr>
      <dsp:spPr>
        <a:xfrm>
          <a:off x="0" y="3038939"/>
          <a:ext cx="6390672" cy="75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solidFill>
                <a:schemeClr val="accent5">
                  <a:lumMod val="75000"/>
                </a:schemeClr>
              </a:solidFill>
            </a:rPr>
            <a:t>Functional Requirements</a:t>
          </a:r>
        </a:p>
      </dsp:txBody>
      <dsp:txXfrm>
        <a:off x="0" y="3038939"/>
        <a:ext cx="6390672" cy="759526"/>
      </dsp:txXfrm>
    </dsp:sp>
    <dsp:sp modelId="{1729E868-7F59-4655-802B-CA67AF9CA12B}">
      <dsp:nvSpPr>
        <dsp:cNvPr id="0" name=""/>
        <dsp:cNvSpPr/>
      </dsp:nvSpPr>
      <dsp:spPr>
        <a:xfrm>
          <a:off x="0" y="3798465"/>
          <a:ext cx="639067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1CA31B-1B60-4EB3-AB17-C547F02C20F1}">
      <dsp:nvSpPr>
        <dsp:cNvPr id="0" name=""/>
        <dsp:cNvSpPr/>
      </dsp:nvSpPr>
      <dsp:spPr>
        <a:xfrm>
          <a:off x="0" y="3798465"/>
          <a:ext cx="6390672" cy="75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solidFill>
                <a:schemeClr val="accent5">
                  <a:lumMod val="75000"/>
                </a:schemeClr>
              </a:solidFill>
            </a:rPr>
            <a:t>Non-Functional Requirements</a:t>
          </a:r>
        </a:p>
      </dsp:txBody>
      <dsp:txXfrm>
        <a:off x="0" y="3798465"/>
        <a:ext cx="6390672" cy="759526"/>
      </dsp:txXfrm>
    </dsp:sp>
    <dsp:sp modelId="{22629B05-EB6F-47A8-9AF3-EAE90AF7B9CA}">
      <dsp:nvSpPr>
        <dsp:cNvPr id="0" name=""/>
        <dsp:cNvSpPr/>
      </dsp:nvSpPr>
      <dsp:spPr>
        <a:xfrm>
          <a:off x="0" y="4557991"/>
          <a:ext cx="639067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18C483-1E9C-4C4C-9A9A-0EA21FAD8C93}">
      <dsp:nvSpPr>
        <dsp:cNvPr id="0" name=""/>
        <dsp:cNvSpPr/>
      </dsp:nvSpPr>
      <dsp:spPr>
        <a:xfrm>
          <a:off x="0" y="4557991"/>
          <a:ext cx="6390672" cy="75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solidFill>
                <a:schemeClr val="accent5">
                  <a:lumMod val="75000"/>
                </a:schemeClr>
              </a:solidFill>
            </a:rPr>
            <a:t>System Architecture &amp; Design</a:t>
          </a:r>
        </a:p>
      </dsp:txBody>
      <dsp:txXfrm>
        <a:off x="0" y="4557991"/>
        <a:ext cx="6390672" cy="759526"/>
      </dsp:txXfrm>
    </dsp:sp>
    <dsp:sp modelId="{D93E22B8-B3DC-4843-9FBB-F734200580B6}">
      <dsp:nvSpPr>
        <dsp:cNvPr id="0" name=""/>
        <dsp:cNvSpPr/>
      </dsp:nvSpPr>
      <dsp:spPr>
        <a:xfrm>
          <a:off x="0" y="5317517"/>
          <a:ext cx="639067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C4A6E-3B5E-4766-B0BC-E785AB7859EB}">
      <dsp:nvSpPr>
        <dsp:cNvPr id="0" name=""/>
        <dsp:cNvSpPr/>
      </dsp:nvSpPr>
      <dsp:spPr>
        <a:xfrm>
          <a:off x="0" y="5317517"/>
          <a:ext cx="6390672" cy="75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solidFill>
                <a:schemeClr val="accent5">
                  <a:lumMod val="75000"/>
                </a:schemeClr>
              </a:solidFill>
            </a:rPr>
            <a:t>Implementation Timeline &amp; Conclusions</a:t>
          </a:r>
        </a:p>
      </dsp:txBody>
      <dsp:txXfrm>
        <a:off x="0" y="5317517"/>
        <a:ext cx="6390672" cy="759526"/>
      </dsp:txXfrm>
    </dsp:sp>
    <dsp:sp modelId="{59998B7E-D048-408C-8D83-D3953B760AA8}">
      <dsp:nvSpPr>
        <dsp:cNvPr id="0" name=""/>
        <dsp:cNvSpPr/>
      </dsp:nvSpPr>
      <dsp:spPr>
        <a:xfrm>
          <a:off x="0" y="6077044"/>
          <a:ext cx="639067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055A08-4AAB-4175-BA32-D9CD26BD40DC}">
      <dsp:nvSpPr>
        <dsp:cNvPr id="0" name=""/>
        <dsp:cNvSpPr/>
      </dsp:nvSpPr>
      <dsp:spPr>
        <a:xfrm>
          <a:off x="0" y="6077044"/>
          <a:ext cx="6390672" cy="75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solidFill>
                <a:schemeClr val="accent5">
                  <a:lumMod val="75000"/>
                </a:schemeClr>
              </a:solidFill>
            </a:rPr>
            <a:t>References</a:t>
          </a:r>
        </a:p>
      </dsp:txBody>
      <dsp:txXfrm>
        <a:off x="0" y="6077044"/>
        <a:ext cx="6390672" cy="7595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43E53-CDEB-4F20-A837-F63FCC8ECD2E}">
      <dsp:nvSpPr>
        <dsp:cNvPr id="0" name=""/>
        <dsp:cNvSpPr/>
      </dsp:nvSpPr>
      <dsp:spPr>
        <a:xfrm rot="5400000">
          <a:off x="4325871" y="-1412770"/>
          <a:ext cx="1590739" cy="4819991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0" algn="l" defTabSz="800100" rtl="0">
            <a:lnSpc>
              <a:spcPct val="100000"/>
            </a:lnSpc>
            <a:spcBef>
              <a:spcPts val="600"/>
            </a:spcBef>
            <a:spcAft>
              <a:spcPts val="600"/>
            </a:spcAft>
            <a:buNone/>
          </a:pPr>
          <a:r>
            <a:rPr lang="en-US" sz="1800" b="0" i="0" kern="1200"/>
            <a:t>Develop a secure and efficient system connecting Clayton State University Health Services, GRITS, and Atrium Health to</a:t>
          </a:r>
          <a:r>
            <a:rPr lang="en-US" sz="1800" b="0" i="0" kern="1200">
              <a:latin typeface="Arial"/>
            </a:rPr>
            <a:t> get</a:t>
          </a:r>
          <a:r>
            <a:rPr lang="en-US" sz="1800" b="0" i="0" kern="1200"/>
            <a:t> </a:t>
          </a:r>
          <a:r>
            <a:rPr lang="en-US" sz="1800" b="0" i="0" kern="1200">
              <a:latin typeface="Arial"/>
            </a:rPr>
            <a:t>access </a:t>
          </a:r>
          <a:r>
            <a:rPr lang="en-US" sz="1800" b="0" i="0" kern="1200"/>
            <a:t>student immunization record access.</a:t>
          </a:r>
          <a:endParaRPr lang="en-US" sz="1800" kern="1200"/>
        </a:p>
      </dsp:txBody>
      <dsp:txXfrm rot="-5400000">
        <a:off x="2711246" y="279508"/>
        <a:ext cx="4742338" cy="1435433"/>
      </dsp:txXfrm>
    </dsp:sp>
    <dsp:sp modelId="{32D8B518-498F-4A94-AD6F-F883665AA400}">
      <dsp:nvSpPr>
        <dsp:cNvPr id="0" name=""/>
        <dsp:cNvSpPr/>
      </dsp:nvSpPr>
      <dsp:spPr>
        <a:xfrm>
          <a:off x="0" y="3012"/>
          <a:ext cx="2711245" cy="198842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ts val="600"/>
            </a:spcBef>
            <a:spcAft>
              <a:spcPts val="600"/>
            </a:spcAft>
            <a:buNone/>
          </a:pPr>
          <a:r>
            <a:rPr lang="en-US" sz="3000" b="1" i="0" kern="1200"/>
            <a:t>Project Objective</a:t>
          </a:r>
          <a:endParaRPr lang="en-US" sz="3000" kern="1200"/>
        </a:p>
      </dsp:txBody>
      <dsp:txXfrm>
        <a:off x="97067" y="100079"/>
        <a:ext cx="2517111" cy="1794290"/>
      </dsp:txXfrm>
    </dsp:sp>
    <dsp:sp modelId="{A9B9361B-9F8D-4979-A950-87F9012A210F}">
      <dsp:nvSpPr>
        <dsp:cNvPr id="0" name=""/>
        <dsp:cNvSpPr/>
      </dsp:nvSpPr>
      <dsp:spPr>
        <a:xfrm rot="5400000">
          <a:off x="4325871" y="675075"/>
          <a:ext cx="1590739" cy="4819991"/>
        </a:xfrm>
        <a:prstGeom prst="round2SameRect">
          <a:avLst/>
        </a:prstGeom>
        <a:solidFill>
          <a:schemeClr val="accent4">
            <a:tint val="40000"/>
            <a:alpha val="90000"/>
            <a:hueOff val="-1972855"/>
            <a:satOff val="11079"/>
            <a:lumOff val="704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972855"/>
              <a:satOff val="11079"/>
              <a:lumOff val="7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0" algn="l" defTabSz="800100">
            <a:lnSpc>
              <a:spcPct val="100000"/>
            </a:lnSpc>
            <a:spcBef>
              <a:spcPts val="600"/>
            </a:spcBef>
            <a:spcAft>
              <a:spcPts val="600"/>
            </a:spcAft>
            <a:buNone/>
          </a:pPr>
          <a:r>
            <a:rPr lang="en-US" sz="1800" b="0" i="0" kern="1200"/>
            <a:t>Clayton State University faces manual consent and data retrieval challenges due to disconnected health and academic systems.</a:t>
          </a:r>
          <a:endParaRPr lang="en-US" sz="1800" kern="1200"/>
        </a:p>
      </dsp:txBody>
      <dsp:txXfrm rot="-5400000">
        <a:off x="2711246" y="2367354"/>
        <a:ext cx="4742338" cy="1435433"/>
      </dsp:txXfrm>
    </dsp:sp>
    <dsp:sp modelId="{48FE0289-76B4-4509-8411-C1E91301BDBC}">
      <dsp:nvSpPr>
        <dsp:cNvPr id="0" name=""/>
        <dsp:cNvSpPr/>
      </dsp:nvSpPr>
      <dsp:spPr>
        <a:xfrm>
          <a:off x="0" y="2090859"/>
          <a:ext cx="2711245" cy="1988424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ts val="600"/>
            </a:spcBef>
            <a:spcAft>
              <a:spcPts val="600"/>
            </a:spcAft>
            <a:buNone/>
          </a:pPr>
          <a:r>
            <a:rPr lang="en-US" sz="3000" b="1" i="0" kern="1200"/>
            <a:t>Institutional Context</a:t>
          </a:r>
          <a:endParaRPr lang="en-US" sz="3000" kern="1200"/>
        </a:p>
      </dsp:txBody>
      <dsp:txXfrm>
        <a:off x="97067" y="2187926"/>
        <a:ext cx="2517111" cy="1794290"/>
      </dsp:txXfrm>
    </dsp:sp>
    <dsp:sp modelId="{A0CEDE70-058A-4CF8-B994-0DC71834742F}">
      <dsp:nvSpPr>
        <dsp:cNvPr id="0" name=""/>
        <dsp:cNvSpPr/>
      </dsp:nvSpPr>
      <dsp:spPr>
        <a:xfrm rot="5400000">
          <a:off x="4325871" y="2762921"/>
          <a:ext cx="1590739" cy="4819991"/>
        </a:xfrm>
        <a:prstGeom prst="round2SameRect">
          <a:avLst/>
        </a:prstGeom>
        <a:solidFill>
          <a:schemeClr val="accent4">
            <a:tint val="40000"/>
            <a:alpha val="90000"/>
            <a:hueOff val="-3945710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10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0" algn="l" defTabSz="800100">
            <a:lnSpc>
              <a:spcPct val="100000"/>
            </a:lnSpc>
            <a:spcBef>
              <a:spcPts val="600"/>
            </a:spcBef>
            <a:spcAft>
              <a:spcPts val="600"/>
            </a:spcAft>
            <a:buNone/>
          </a:pPr>
          <a:r>
            <a:rPr lang="en-US" sz="1800" b="0" i="0" kern="1200"/>
            <a:t>A qualitative study identifying interoperability gaps, privacy requirements, and system design needs through staff interviews and workflow analysis.</a:t>
          </a:r>
          <a:endParaRPr lang="en-US" sz="1800" kern="1200"/>
        </a:p>
      </dsp:txBody>
      <dsp:txXfrm rot="-5400000">
        <a:off x="2711246" y="4455200"/>
        <a:ext cx="4742338" cy="1435433"/>
      </dsp:txXfrm>
    </dsp:sp>
    <dsp:sp modelId="{F65C5CBC-E47F-4E07-93D3-6B396F5C0925}">
      <dsp:nvSpPr>
        <dsp:cNvPr id="0" name=""/>
        <dsp:cNvSpPr/>
      </dsp:nvSpPr>
      <dsp:spPr>
        <a:xfrm>
          <a:off x="0" y="4178705"/>
          <a:ext cx="2711245" cy="1988424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ts val="600"/>
            </a:spcBef>
            <a:spcAft>
              <a:spcPts val="600"/>
            </a:spcAft>
            <a:buNone/>
          </a:pPr>
          <a:r>
            <a:rPr lang="en-US" sz="3000" b="1" i="0" kern="1200"/>
            <a:t>Research Approach</a:t>
          </a:r>
          <a:endParaRPr lang="en-US" sz="3000" kern="1200"/>
        </a:p>
      </dsp:txBody>
      <dsp:txXfrm>
        <a:off x="97067" y="4275772"/>
        <a:ext cx="2517111" cy="17942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CCBA6D-FDA7-4ACB-8CD9-258865D2F12C}">
      <dsp:nvSpPr>
        <dsp:cNvPr id="0" name=""/>
        <dsp:cNvSpPr/>
      </dsp:nvSpPr>
      <dsp:spPr>
        <a:xfrm>
          <a:off x="321541" y="63495"/>
          <a:ext cx="2067028" cy="73173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>
              <a:ea typeface="+mn-ea"/>
              <a:cs typeface="+mn-cs"/>
            </a:rPr>
            <a:t>Manual Consent Process</a:t>
          </a:r>
          <a:endParaRPr lang="en-US" sz="1900" kern="1200">
            <a:ea typeface="+mn-ea"/>
            <a:cs typeface="+mn-cs"/>
          </a:endParaRPr>
        </a:p>
      </dsp:txBody>
      <dsp:txXfrm>
        <a:off x="357261" y="99215"/>
        <a:ext cx="1995588" cy="660290"/>
      </dsp:txXfrm>
    </dsp:sp>
    <dsp:sp modelId="{6C20AFC1-EC82-4E23-9B6D-45615301BE4A}">
      <dsp:nvSpPr>
        <dsp:cNvPr id="0" name=""/>
        <dsp:cNvSpPr/>
      </dsp:nvSpPr>
      <dsp:spPr>
        <a:xfrm>
          <a:off x="0" y="819585"/>
          <a:ext cx="2830344" cy="268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863" tIns="25400" rIns="142240" bIns="25400" numCol="1" spcCol="1270" anchor="t" anchorCtr="0">
          <a:noAutofit/>
        </a:bodyPr>
        <a:lstStyle/>
        <a:p>
          <a:pPr marL="0" lvl="1" indent="0" algn="l" defTabSz="889000" rtl="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000" b="0" i="0" kern="1200">
              <a:ea typeface="+mn-ea"/>
              <a:cs typeface="+mn-cs"/>
            </a:rPr>
            <a:t>Students must physically visit the Atrium Health office to authorize immunization record access, creating</a:t>
          </a:r>
          <a:r>
            <a:rPr lang="en-US" sz="2000" b="0" i="0" kern="1200">
              <a:latin typeface="Arial"/>
              <a:ea typeface="+mn-ea"/>
              <a:cs typeface="+mn-cs"/>
            </a:rPr>
            <a:t> restrictions </a:t>
          </a:r>
          <a:r>
            <a:rPr lang="en-US" sz="2000" b="0" i="0" kern="1200">
              <a:ea typeface="+mn-ea"/>
              <a:cs typeface="+mn-cs"/>
            </a:rPr>
            <a:t>during enrollment and orientation periods.</a:t>
          </a:r>
          <a:endParaRPr lang="en-US" sz="2000" kern="1200">
            <a:ea typeface="+mn-ea"/>
            <a:cs typeface="+mn-cs"/>
          </a:endParaRPr>
        </a:p>
      </dsp:txBody>
      <dsp:txXfrm>
        <a:off x="0" y="819585"/>
        <a:ext cx="2830344" cy="26827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CCBA6D-FDA7-4ACB-8CD9-258865D2F12C}">
      <dsp:nvSpPr>
        <dsp:cNvPr id="0" name=""/>
        <dsp:cNvSpPr/>
      </dsp:nvSpPr>
      <dsp:spPr>
        <a:xfrm>
          <a:off x="833666" y="391880"/>
          <a:ext cx="2201104" cy="60120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>
              <a:ea typeface="+mn-ea"/>
              <a:cs typeface="+mn-cs"/>
            </a:rPr>
            <a:t>System Fragmentation</a:t>
          </a:r>
          <a:endParaRPr lang="en-US" sz="1900" kern="1200">
            <a:ea typeface="+mn-ea"/>
            <a:cs typeface="+mn-cs"/>
          </a:endParaRPr>
        </a:p>
      </dsp:txBody>
      <dsp:txXfrm>
        <a:off x="863015" y="421229"/>
        <a:ext cx="2142406" cy="542510"/>
      </dsp:txXfrm>
    </dsp:sp>
    <dsp:sp modelId="{FEEC2C1F-C8F0-4848-9343-C49C758AA0F8}">
      <dsp:nvSpPr>
        <dsp:cNvPr id="0" name=""/>
        <dsp:cNvSpPr/>
      </dsp:nvSpPr>
      <dsp:spPr>
        <a:xfrm>
          <a:off x="287854" y="1018712"/>
          <a:ext cx="3752204" cy="1548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72" tIns="25400" rIns="142240" bIns="25400" numCol="1" spcCol="1270" anchor="t" anchorCtr="0">
          <a:noAutofit/>
        </a:bodyPr>
        <a:lstStyle/>
        <a:p>
          <a:pPr marL="0" lvl="1" indent="0" algn="l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000" b="0" i="0" kern="1200">
              <a:ea typeface="+mn-ea"/>
              <a:cs typeface="+mn-cs"/>
            </a:rPr>
            <a:t>Clayton State University’s Banner system, Atrium Health’s network, and GRITS operate independently</a:t>
          </a:r>
          <a:r>
            <a:rPr lang="en-US" sz="2000" kern="1200">
              <a:latin typeface="Arial"/>
              <a:ea typeface="+mn-ea"/>
              <a:cs typeface="+mn-cs"/>
            </a:rPr>
            <a:t>.</a:t>
          </a:r>
          <a:endParaRPr lang="en-US" sz="2000" kern="1200">
            <a:ea typeface="+mn-ea"/>
            <a:cs typeface="+mn-cs"/>
          </a:endParaRPr>
        </a:p>
      </dsp:txBody>
      <dsp:txXfrm>
        <a:off x="287854" y="1018712"/>
        <a:ext cx="3752204" cy="15482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CCBA6D-FDA7-4ACB-8CD9-258865D2F12C}">
      <dsp:nvSpPr>
        <dsp:cNvPr id="0" name=""/>
        <dsp:cNvSpPr/>
      </dsp:nvSpPr>
      <dsp:spPr>
        <a:xfrm>
          <a:off x="758016" y="180836"/>
          <a:ext cx="2352405" cy="9380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>
              <a:ea typeface="+mn-ea"/>
              <a:cs typeface="+mn-cs"/>
            </a:rPr>
            <a:t> Administrative Burden</a:t>
          </a:r>
          <a:endParaRPr lang="en-US" sz="1900" kern="1200">
            <a:ea typeface="+mn-ea"/>
            <a:cs typeface="+mn-cs"/>
          </a:endParaRPr>
        </a:p>
      </dsp:txBody>
      <dsp:txXfrm>
        <a:off x="803808" y="226628"/>
        <a:ext cx="2260821" cy="846471"/>
      </dsp:txXfrm>
    </dsp:sp>
    <dsp:sp modelId="{2582E65C-39BB-4E36-8621-097DC2C7E710}">
      <dsp:nvSpPr>
        <dsp:cNvPr id="0" name=""/>
        <dsp:cNvSpPr/>
      </dsp:nvSpPr>
      <dsp:spPr>
        <a:xfrm>
          <a:off x="161339" y="1132636"/>
          <a:ext cx="3717379" cy="1910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72" tIns="25400" rIns="142240" bIns="25400" numCol="1" spcCol="1270" anchor="t" anchorCtr="0">
          <a:noAutofit/>
        </a:bodyPr>
        <a:lstStyle/>
        <a:p>
          <a:pPr marL="0" lvl="1" indent="0" algn="l" defTabSz="889000" rtl="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000" b="0" i="0" kern="1200">
              <a:latin typeface="Arial"/>
              <a:ea typeface="+mn-ea"/>
              <a:cs typeface="+mn-cs"/>
            </a:rPr>
            <a:t>Due operate</a:t>
          </a:r>
          <a:r>
            <a:rPr lang="en-US" sz="2000" b="0" i="0" kern="1200">
              <a:ea typeface="+mn-ea"/>
              <a:cs typeface="+mn-cs"/>
            </a:rPr>
            <a:t> </a:t>
          </a:r>
          <a:r>
            <a:rPr lang="en-US" sz="2000" b="0" i="0" kern="1200">
              <a:latin typeface="Arial"/>
              <a:ea typeface="+mn-ea"/>
              <a:cs typeface="+mn-cs"/>
            </a:rPr>
            <a:t>the various systems working </a:t>
          </a:r>
          <a:r>
            <a:rPr lang="en-US" sz="2000" b="0" i="0" kern="1200">
              <a:ea typeface="+mn-ea"/>
              <a:cs typeface="+mn-cs"/>
            </a:rPr>
            <a:t>independently with no direct interoperability or shared data framework.</a:t>
          </a:r>
          <a:endParaRPr lang="en-US" sz="2000" kern="1200">
            <a:ea typeface="+mn-ea"/>
            <a:cs typeface="+mn-cs"/>
          </a:endParaRPr>
        </a:p>
      </dsp:txBody>
      <dsp:txXfrm>
        <a:off x="161339" y="1132636"/>
        <a:ext cx="3717379" cy="19106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F093B2-0583-4C43-B174-A4DD009EBDA6}">
      <dsp:nvSpPr>
        <dsp:cNvPr id="0" name=""/>
        <dsp:cNvSpPr/>
      </dsp:nvSpPr>
      <dsp:spPr>
        <a:xfrm>
          <a:off x="54" y="204609"/>
          <a:ext cx="5182481" cy="7200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Primary Objective</a:t>
          </a:r>
          <a:endParaRPr lang="en-US" sz="2500" kern="1200"/>
        </a:p>
      </dsp:txBody>
      <dsp:txXfrm>
        <a:off x="35202" y="239757"/>
        <a:ext cx="5112185" cy="649704"/>
      </dsp:txXfrm>
    </dsp:sp>
    <dsp:sp modelId="{1CCD11F1-00A4-4044-9996-B759936EA31C}">
      <dsp:nvSpPr>
        <dsp:cNvPr id="0" name=""/>
        <dsp:cNvSpPr/>
      </dsp:nvSpPr>
      <dsp:spPr>
        <a:xfrm>
          <a:off x="54" y="924609"/>
          <a:ext cx="5182481" cy="2813625"/>
        </a:xfrm>
        <a:prstGeom prst="round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0" lvl="1" indent="0" algn="l" defTabSz="111125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500" b="0" i="0" kern="1200"/>
            <a:t>Design a secure, consent-based healthcare information system to facilitate data exchange between Clayton State University Health Services, GRITS, and Atrium Health.</a:t>
          </a:r>
          <a:endParaRPr lang="en-US" sz="2500" kern="1200"/>
        </a:p>
      </dsp:txBody>
      <dsp:txXfrm>
        <a:off x="137404" y="1061959"/>
        <a:ext cx="4907781" cy="2538925"/>
      </dsp:txXfrm>
    </dsp:sp>
    <dsp:sp modelId="{2A35C47B-F88A-4DA0-901E-BFC7D621B0CA}">
      <dsp:nvSpPr>
        <dsp:cNvPr id="0" name=""/>
        <dsp:cNvSpPr/>
      </dsp:nvSpPr>
      <dsp:spPr>
        <a:xfrm>
          <a:off x="5908082" y="204609"/>
          <a:ext cx="5182481" cy="72000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Research Question</a:t>
          </a:r>
          <a:endParaRPr lang="en-US" sz="2500" kern="1200"/>
        </a:p>
      </dsp:txBody>
      <dsp:txXfrm>
        <a:off x="5943230" y="239757"/>
        <a:ext cx="5112185" cy="649704"/>
      </dsp:txXfrm>
    </dsp:sp>
    <dsp:sp modelId="{D28DD3AE-3813-40E3-85C4-12264773F5F0}">
      <dsp:nvSpPr>
        <dsp:cNvPr id="0" name=""/>
        <dsp:cNvSpPr/>
      </dsp:nvSpPr>
      <dsp:spPr>
        <a:xfrm>
          <a:off x="5908082" y="924609"/>
          <a:ext cx="5182481" cy="2813625"/>
        </a:xfrm>
        <a:prstGeom prst="roundRect">
          <a:avLst/>
        </a:prstGeom>
        <a:solidFill>
          <a:schemeClr val="accent4">
            <a:tint val="40000"/>
            <a:alpha val="90000"/>
            <a:hueOff val="-3945710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10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0" lvl="1" indent="0" algn="l" defTabSz="1111250" rtl="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500" b="0" i="0" kern="1200"/>
            <a:t>What are the functional and non-functional requirements for designing a health</a:t>
          </a:r>
          <a:r>
            <a:rPr lang="en-US" sz="2500" b="0" i="0" kern="1200">
              <a:latin typeface="Arial"/>
            </a:rPr>
            <a:t> care</a:t>
          </a:r>
          <a:r>
            <a:rPr lang="en-US" sz="2500" b="0" i="0" kern="1200"/>
            <a:t> </a:t>
          </a:r>
          <a:r>
            <a:rPr lang="en-US" sz="2500" b="0" i="0" kern="1200">
              <a:latin typeface="Arial"/>
            </a:rPr>
            <a:t>information system </a:t>
          </a:r>
          <a:r>
            <a:rPr lang="en-US" sz="2500" b="0" i="0" kern="1200"/>
            <a:t>for sharing student immunization records securely?</a:t>
          </a:r>
          <a:endParaRPr lang="en-US" sz="2500" kern="1200"/>
        </a:p>
      </dsp:txBody>
      <dsp:txXfrm>
        <a:off x="6045432" y="1061959"/>
        <a:ext cx="4907781" cy="25389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9C73BC-298C-4C88-BF47-8B696C23388D}">
      <dsp:nvSpPr>
        <dsp:cNvPr id="0" name=""/>
        <dsp:cNvSpPr/>
      </dsp:nvSpPr>
      <dsp:spPr>
        <a:xfrm>
          <a:off x="0" y="371154"/>
          <a:ext cx="10289823" cy="1666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605" tIns="479044" rIns="798605" bIns="163576" numCol="1" spcCol="1270" anchor="t" anchorCtr="0">
          <a:noAutofit/>
        </a:bodyPr>
        <a:lstStyle/>
        <a:p>
          <a:pPr marL="228600" lvl="1" indent="0" algn="l" defTabSz="1022350" rtl="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300" b="0" i="0" kern="1200">
              <a:ea typeface="+mn-ea"/>
              <a:cs typeface="+mn-cs"/>
            </a:rPr>
            <a:t>The study</a:t>
          </a:r>
          <a:r>
            <a:rPr lang="en-US" sz="2300" b="0" i="0" kern="1200">
              <a:latin typeface="Arial"/>
              <a:ea typeface="+mn-ea"/>
              <a:cs typeface="+mn-cs"/>
            </a:rPr>
            <a:t> used</a:t>
          </a:r>
          <a:r>
            <a:rPr lang="en-US" sz="2300" b="0" i="0" kern="1200">
              <a:ea typeface="+mn-ea"/>
              <a:cs typeface="+mn-cs"/>
            </a:rPr>
            <a:t> a qualitative approach</a:t>
          </a:r>
          <a:r>
            <a:rPr lang="en-US" sz="2300" b="0" i="0" kern="1200">
              <a:latin typeface="Arial"/>
              <a:ea typeface="+mn-ea"/>
              <a:cs typeface="+mn-cs"/>
            </a:rPr>
            <a:t> by</a:t>
          </a:r>
          <a:r>
            <a:rPr lang="en-US" sz="2300" b="0" i="0" kern="1200">
              <a:ea typeface="+mn-ea"/>
              <a:cs typeface="+mn-cs"/>
            </a:rPr>
            <a:t> </a:t>
          </a:r>
          <a:r>
            <a:rPr lang="en-US" sz="2300" b="0" i="0" kern="1200">
              <a:latin typeface="Arial"/>
              <a:ea typeface="+mn-ea"/>
              <a:cs typeface="+mn-cs"/>
            </a:rPr>
            <a:t>conducting </a:t>
          </a:r>
          <a:r>
            <a:rPr lang="en-US" sz="2300" b="0" i="0" kern="1200">
              <a:ea typeface="+mn-ea"/>
              <a:cs typeface="+mn-cs"/>
            </a:rPr>
            <a:t>semi-structured interviews to explore system challenges and requirements among Atrium Health staff.</a:t>
          </a:r>
          <a:endParaRPr lang="en-US" sz="2300" kern="1200">
            <a:ea typeface="+mn-ea"/>
            <a:cs typeface="+mn-cs"/>
          </a:endParaRPr>
        </a:p>
      </dsp:txBody>
      <dsp:txXfrm>
        <a:off x="0" y="371154"/>
        <a:ext cx="10289823" cy="1666350"/>
      </dsp:txXfrm>
    </dsp:sp>
    <dsp:sp modelId="{845B0AF3-46FF-4241-B551-8BF3BE42D57B}">
      <dsp:nvSpPr>
        <dsp:cNvPr id="0" name=""/>
        <dsp:cNvSpPr/>
      </dsp:nvSpPr>
      <dsp:spPr>
        <a:xfrm>
          <a:off x="514491" y="31674"/>
          <a:ext cx="7202876" cy="6789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2252" tIns="0" rIns="272252" bIns="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>
              <a:solidFill>
                <a:srgbClr val="FFFFFF"/>
              </a:solidFill>
              <a:ea typeface="+mn-ea"/>
              <a:cs typeface="+mn-cs"/>
            </a:rPr>
            <a:t>Qualitative Framework</a:t>
          </a:r>
          <a:endParaRPr lang="en-US" sz="23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547635" y="64818"/>
        <a:ext cx="7136588" cy="612672"/>
      </dsp:txXfrm>
    </dsp:sp>
    <dsp:sp modelId="{8AF71C5D-77C3-4B4F-920F-A919C33C4AA4}">
      <dsp:nvSpPr>
        <dsp:cNvPr id="0" name=""/>
        <dsp:cNvSpPr/>
      </dsp:nvSpPr>
      <dsp:spPr>
        <a:xfrm>
          <a:off x="0" y="2501184"/>
          <a:ext cx="10289823" cy="1666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605" tIns="479044" rIns="798605" bIns="163576" numCol="1" spcCol="1270" anchor="t" anchorCtr="0">
          <a:noAutofit/>
        </a:bodyPr>
        <a:lstStyle/>
        <a:p>
          <a:pPr marL="228600" lvl="1" indent="0" algn="l" defTabSz="102235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300" b="0" i="0" kern="1200">
              <a:ea typeface="+mn-ea"/>
              <a:cs typeface="+mn-cs"/>
            </a:rPr>
            <a:t>Interview questions focused on operational inefficiencies, consent management, and desired features of an integrated healthcare system.</a:t>
          </a:r>
          <a:endParaRPr lang="en-US" sz="2300" kern="1200">
            <a:ea typeface="+mn-ea"/>
            <a:cs typeface="+mn-cs"/>
          </a:endParaRPr>
        </a:p>
      </dsp:txBody>
      <dsp:txXfrm>
        <a:off x="0" y="2501184"/>
        <a:ext cx="10289823" cy="1666350"/>
      </dsp:txXfrm>
    </dsp:sp>
    <dsp:sp modelId="{C102C488-4EB7-4CAB-9FE8-4B7A421C7C57}">
      <dsp:nvSpPr>
        <dsp:cNvPr id="0" name=""/>
        <dsp:cNvSpPr/>
      </dsp:nvSpPr>
      <dsp:spPr>
        <a:xfrm>
          <a:off x="514491" y="2161704"/>
          <a:ext cx="7202876" cy="678960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2252" tIns="0" rIns="272252" bIns="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>
              <a:solidFill>
                <a:srgbClr val="FFFFFF"/>
              </a:solidFill>
              <a:ea typeface="+mn-ea"/>
              <a:cs typeface="+mn-cs"/>
            </a:rPr>
            <a:t>Data Collection</a:t>
          </a:r>
          <a:endParaRPr lang="en-US" sz="23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547635" y="2194848"/>
        <a:ext cx="7136588" cy="612672"/>
      </dsp:txXfrm>
    </dsp:sp>
    <dsp:sp modelId="{BD7FEDA6-4CE3-477C-A0E2-EE59DDB6352D}">
      <dsp:nvSpPr>
        <dsp:cNvPr id="0" name=""/>
        <dsp:cNvSpPr/>
      </dsp:nvSpPr>
      <dsp:spPr>
        <a:xfrm>
          <a:off x="0" y="4631214"/>
          <a:ext cx="10289823" cy="1666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605" tIns="479044" rIns="798605" bIns="163576" numCol="1" spcCol="1270" anchor="t" anchorCtr="0">
          <a:noAutofit/>
        </a:bodyPr>
        <a:lstStyle/>
        <a:p>
          <a:pPr marL="228600" lvl="1" indent="0" algn="l" defTabSz="102235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300" b="0" i="0" kern="1200">
              <a:ea typeface="+mn-ea"/>
              <a:cs typeface="+mn-cs"/>
            </a:rPr>
            <a:t>Confidentiality and informed consent were prioritized, ensuring compliance with institutional ethics and data protection standards.</a:t>
          </a:r>
          <a:endParaRPr lang="en-US" sz="2300" kern="1200">
            <a:ea typeface="+mn-ea"/>
            <a:cs typeface="+mn-cs"/>
          </a:endParaRPr>
        </a:p>
      </dsp:txBody>
      <dsp:txXfrm>
        <a:off x="0" y="4631214"/>
        <a:ext cx="10289823" cy="1666350"/>
      </dsp:txXfrm>
    </dsp:sp>
    <dsp:sp modelId="{3500D2BC-DC09-46E5-9798-0E6823792F87}">
      <dsp:nvSpPr>
        <dsp:cNvPr id="0" name=""/>
        <dsp:cNvSpPr/>
      </dsp:nvSpPr>
      <dsp:spPr>
        <a:xfrm>
          <a:off x="514491" y="4291734"/>
          <a:ext cx="7202876" cy="67896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2252" tIns="0" rIns="272252" bIns="0" numCol="1" spcCol="1270" anchor="ctr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>
              <a:solidFill>
                <a:srgbClr val="FFFFFF"/>
              </a:solidFill>
              <a:ea typeface="+mn-ea"/>
              <a:cs typeface="+mn-cs"/>
            </a:rPr>
            <a:t>Ethical Considerations</a:t>
          </a:r>
          <a:endParaRPr lang="en-US" sz="23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547635" y="4324878"/>
        <a:ext cx="7136588" cy="6126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767F70-3E49-4D99-BDA6-FA447288DA80}">
      <dsp:nvSpPr>
        <dsp:cNvPr id="0" name=""/>
        <dsp:cNvSpPr/>
      </dsp:nvSpPr>
      <dsp:spPr>
        <a:xfrm rot="5400000">
          <a:off x="5796501" y="-2250453"/>
          <a:ext cx="1216686" cy="602808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b="0" i="0" kern="1200"/>
            <a:t>System must achieve 99.9% uptime, retrieve data within five seconds, and support at least 500 concurrent users without degradation.</a:t>
          </a:r>
          <a:endParaRPr lang="en-US" sz="2100" kern="1200"/>
        </a:p>
      </dsp:txBody>
      <dsp:txXfrm rot="-5400000">
        <a:off x="3390800" y="214642"/>
        <a:ext cx="5968694" cy="1097898"/>
      </dsp:txXfrm>
    </dsp:sp>
    <dsp:sp modelId="{8463780C-7EF7-4FD2-B65F-7BCD26974A86}">
      <dsp:nvSpPr>
        <dsp:cNvPr id="0" name=""/>
        <dsp:cNvSpPr/>
      </dsp:nvSpPr>
      <dsp:spPr>
        <a:xfrm>
          <a:off x="0" y="3162"/>
          <a:ext cx="3390800" cy="152085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i="0" u="none" kern="1200">
              <a:effectLst/>
            </a:rPr>
            <a:t>Performance and Reliability</a:t>
          </a:r>
          <a:endParaRPr lang="en-US" sz="3400" b="1" u="none" kern="1200">
            <a:effectLst/>
          </a:endParaRPr>
        </a:p>
      </dsp:txBody>
      <dsp:txXfrm>
        <a:off x="74242" y="77404"/>
        <a:ext cx="3242316" cy="1372373"/>
      </dsp:txXfrm>
    </dsp:sp>
    <dsp:sp modelId="{3387AB0E-2EE1-4D3F-8AF2-E6B81FE90F15}">
      <dsp:nvSpPr>
        <dsp:cNvPr id="0" name=""/>
        <dsp:cNvSpPr/>
      </dsp:nvSpPr>
      <dsp:spPr>
        <a:xfrm rot="5400000">
          <a:off x="5796501" y="-653553"/>
          <a:ext cx="1216686" cy="6028088"/>
        </a:xfrm>
        <a:prstGeom prst="round2SameRect">
          <a:avLst/>
        </a:prstGeom>
        <a:solidFill>
          <a:schemeClr val="accent4">
            <a:tint val="40000"/>
            <a:alpha val="90000"/>
            <a:hueOff val="-1315237"/>
            <a:satOff val="7386"/>
            <a:lumOff val="469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315237"/>
              <a:satOff val="7386"/>
              <a:lumOff val="4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b="0" i="0" kern="1200"/>
            <a:t>Full compliance with HIPAA with multi-factor authentication.</a:t>
          </a:r>
          <a:endParaRPr lang="en-US" sz="2100" kern="1200"/>
        </a:p>
      </dsp:txBody>
      <dsp:txXfrm rot="-5400000">
        <a:off x="3390800" y="1811542"/>
        <a:ext cx="5968694" cy="1097898"/>
      </dsp:txXfrm>
    </dsp:sp>
    <dsp:sp modelId="{D83B31C1-C7A9-4DA2-B6BC-EDC2B1C7F7EF}">
      <dsp:nvSpPr>
        <dsp:cNvPr id="0" name=""/>
        <dsp:cNvSpPr/>
      </dsp:nvSpPr>
      <dsp:spPr>
        <a:xfrm>
          <a:off x="0" y="1600062"/>
          <a:ext cx="3390800" cy="1520857"/>
        </a:xfrm>
        <a:prstGeom prst="roundRect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i="0" u="none" kern="1200">
              <a:effectLst/>
            </a:rPr>
            <a:t>Security and Compliance</a:t>
          </a:r>
          <a:endParaRPr lang="en-US" sz="3400" b="1" u="none" kern="1200">
            <a:effectLst/>
          </a:endParaRPr>
        </a:p>
      </dsp:txBody>
      <dsp:txXfrm>
        <a:off x="74242" y="1674304"/>
        <a:ext cx="3242316" cy="1372373"/>
      </dsp:txXfrm>
    </dsp:sp>
    <dsp:sp modelId="{A7FE68A8-57CD-438C-8B85-8B6F20EEC6D5}">
      <dsp:nvSpPr>
        <dsp:cNvPr id="0" name=""/>
        <dsp:cNvSpPr/>
      </dsp:nvSpPr>
      <dsp:spPr>
        <a:xfrm rot="5400000">
          <a:off x="5796501" y="943347"/>
          <a:ext cx="1216686" cy="6028088"/>
        </a:xfrm>
        <a:prstGeom prst="round2SameRect">
          <a:avLst/>
        </a:prstGeom>
        <a:solidFill>
          <a:schemeClr val="accent4">
            <a:tint val="40000"/>
            <a:alpha val="90000"/>
            <a:hueOff val="-2630473"/>
            <a:satOff val="14771"/>
            <a:lumOff val="939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2630473"/>
              <a:satOff val="14771"/>
              <a:lumOff val="9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0" algn="l" defTabSz="933450" rtl="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b="0" i="0" kern="1200"/>
            <a:t>Interface should require minimal training, while allowing easy expansion to accommodate future institutional growth.</a:t>
          </a:r>
          <a:endParaRPr lang="en-US" sz="2100" kern="1200"/>
        </a:p>
      </dsp:txBody>
      <dsp:txXfrm rot="-5400000">
        <a:off x="3390800" y="3408442"/>
        <a:ext cx="5968694" cy="1097898"/>
      </dsp:txXfrm>
    </dsp:sp>
    <dsp:sp modelId="{51ED4159-C79D-4B91-B645-549BCEFE7190}">
      <dsp:nvSpPr>
        <dsp:cNvPr id="0" name=""/>
        <dsp:cNvSpPr/>
      </dsp:nvSpPr>
      <dsp:spPr>
        <a:xfrm>
          <a:off x="0" y="3196962"/>
          <a:ext cx="3390800" cy="1520857"/>
        </a:xfrm>
        <a:prstGeom prst="roundRect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i="0" kern="1200"/>
            <a:t>Usability and Scalability</a:t>
          </a:r>
          <a:endParaRPr lang="en-US" sz="3400" b="1" kern="1200"/>
        </a:p>
      </dsp:txBody>
      <dsp:txXfrm>
        <a:off x="74242" y="3271204"/>
        <a:ext cx="3242316" cy="1372373"/>
      </dsp:txXfrm>
    </dsp:sp>
    <dsp:sp modelId="{091BCD28-1D18-4269-ACA0-21DFFDDF7C22}">
      <dsp:nvSpPr>
        <dsp:cNvPr id="0" name=""/>
        <dsp:cNvSpPr/>
      </dsp:nvSpPr>
      <dsp:spPr>
        <a:xfrm rot="5400000">
          <a:off x="5796501" y="2540247"/>
          <a:ext cx="1216686" cy="6028088"/>
        </a:xfrm>
        <a:prstGeom prst="round2SameRect">
          <a:avLst/>
        </a:prstGeom>
        <a:solidFill>
          <a:schemeClr val="accent4">
            <a:tint val="40000"/>
            <a:alpha val="90000"/>
            <a:hueOff val="-3945710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10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0" algn="l" defTabSz="93345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b="0" i="0" kern="1200"/>
            <a:t>Comprehensive audit logs must record all data access, retrievals, and updates for accountability and system transparency.</a:t>
          </a:r>
          <a:endParaRPr lang="en-US" sz="2100" kern="1200"/>
        </a:p>
      </dsp:txBody>
      <dsp:txXfrm rot="-5400000">
        <a:off x="3390800" y="5005342"/>
        <a:ext cx="5968694" cy="1097898"/>
      </dsp:txXfrm>
    </dsp:sp>
    <dsp:sp modelId="{142706F3-E86A-48E1-885B-6A93E7F4A991}">
      <dsp:nvSpPr>
        <dsp:cNvPr id="0" name=""/>
        <dsp:cNvSpPr/>
      </dsp:nvSpPr>
      <dsp:spPr>
        <a:xfrm>
          <a:off x="0" y="4793863"/>
          <a:ext cx="3390800" cy="1520857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i="0" kern="1200"/>
            <a:t>Audit and Monitoring</a:t>
          </a:r>
          <a:endParaRPr lang="en-US" sz="3400" b="1" kern="1200"/>
        </a:p>
      </dsp:txBody>
      <dsp:txXfrm>
        <a:off x="74242" y="4868105"/>
        <a:ext cx="3242316" cy="137237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0341D-AB01-4CA3-BC95-28A28EB4761E}">
      <dsp:nvSpPr>
        <dsp:cNvPr id="0" name=""/>
        <dsp:cNvSpPr/>
      </dsp:nvSpPr>
      <dsp:spPr>
        <a:xfrm>
          <a:off x="2232899" y="13768"/>
          <a:ext cx="3657600" cy="2743194"/>
        </a:xfrm>
        <a:prstGeom prst="ellipse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none" kern="1200">
              <a:solidFill>
                <a:schemeClr val="tx2"/>
              </a:solidFill>
            </a:rPr>
            <a:t>Project Timeline</a:t>
          </a:r>
          <a:endParaRPr lang="en-US" sz="1800" b="0" u="none" kern="1200">
            <a:solidFill>
              <a:schemeClr val="tx2"/>
            </a:solidFill>
          </a:endParaRPr>
        </a:p>
        <a:p>
          <a:pPr marL="171450" lvl="1" indent="0" algn="ctr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kern="1200">
              <a:solidFill>
                <a:schemeClr val="tx2"/>
              </a:solidFill>
            </a:rPr>
            <a:t>Spanning October 2024 to November 2025, </a:t>
          </a:r>
          <a:r>
            <a:rPr lang="en-US" sz="1800" b="0" i="0" kern="1200">
              <a:solidFill>
                <a:schemeClr val="bg1"/>
              </a:solidFill>
            </a:rPr>
            <a:t>the</a:t>
          </a:r>
          <a:r>
            <a:rPr lang="en-US" sz="1800" b="0" i="0" kern="1200">
              <a:solidFill>
                <a:schemeClr val="tx2"/>
              </a:solidFill>
            </a:rPr>
            <a:t> project progressed through research, interviews, system modeling, and final design completion.</a:t>
          </a:r>
          <a:endParaRPr lang="en-US" sz="1800" kern="1200">
            <a:solidFill>
              <a:schemeClr val="tx2"/>
            </a:solidFill>
          </a:endParaRPr>
        </a:p>
      </dsp:txBody>
      <dsp:txXfrm>
        <a:off x="2768542" y="415499"/>
        <a:ext cx="2586314" cy="1939732"/>
      </dsp:txXfrm>
    </dsp:sp>
    <dsp:sp modelId="{E70A0445-2B89-47F9-B915-0E35FB76D118}">
      <dsp:nvSpPr>
        <dsp:cNvPr id="0" name=""/>
        <dsp:cNvSpPr/>
      </dsp:nvSpPr>
      <dsp:spPr>
        <a:xfrm rot="32908">
          <a:off x="6099343" y="953362"/>
          <a:ext cx="1188717" cy="914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44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/>
        </a:p>
      </dsp:txBody>
      <dsp:txXfrm>
        <a:off x="6099349" y="1134929"/>
        <a:ext cx="914397" cy="548639"/>
      </dsp:txXfrm>
    </dsp:sp>
    <dsp:sp modelId="{D7059046-AC86-4C11-BF8C-C863630B9F04}">
      <dsp:nvSpPr>
        <dsp:cNvPr id="0" name=""/>
        <dsp:cNvSpPr/>
      </dsp:nvSpPr>
      <dsp:spPr>
        <a:xfrm>
          <a:off x="7546597" y="64635"/>
          <a:ext cx="3657600" cy="2743194"/>
        </a:xfrm>
        <a:prstGeom prst="ellipse">
          <a:avLst/>
        </a:prstGeom>
        <a:solidFill>
          <a:schemeClr val="accent5">
            <a:shade val="50000"/>
            <a:hueOff val="126486"/>
            <a:satOff val="-2798"/>
            <a:lumOff val="2099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chemeClr val="bg2"/>
              </a:solidFill>
            </a:rPr>
            <a:t>Institutional Benefits</a:t>
          </a:r>
          <a:endParaRPr lang="en-US" sz="1800" kern="1200">
            <a:solidFill>
              <a:schemeClr val="bg2"/>
            </a:solidFill>
          </a:endParaRPr>
        </a:p>
        <a:p>
          <a:pPr marL="171450" lvl="1" indent="0" algn="ctr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i="0" kern="1200">
              <a:solidFill>
                <a:schemeClr val="bg2"/>
              </a:solidFill>
            </a:rPr>
            <a:t>Automation reduces manual consent handling, improves compliance verification, and enhances communication between GRITS, Atrium Health, and CSU.</a:t>
          </a:r>
          <a:endParaRPr lang="en-US" sz="1600" kern="1200">
            <a:solidFill>
              <a:schemeClr val="bg2"/>
            </a:solidFill>
          </a:endParaRPr>
        </a:p>
      </dsp:txBody>
      <dsp:txXfrm>
        <a:off x="8082240" y="466366"/>
        <a:ext cx="2586314" cy="1939732"/>
      </dsp:txXfrm>
    </dsp:sp>
    <dsp:sp modelId="{B5E80EF1-B84F-4A3C-AFB9-50B07B7276D3}">
      <dsp:nvSpPr>
        <dsp:cNvPr id="0" name=""/>
        <dsp:cNvSpPr/>
      </dsp:nvSpPr>
      <dsp:spPr>
        <a:xfrm rot="6098671">
          <a:off x="8580643" y="2930293"/>
          <a:ext cx="822962" cy="7315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132914"/>
            <a:satOff val="-3321"/>
            <a:lumOff val="158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 rot="10800000">
        <a:off x="8712519" y="2969128"/>
        <a:ext cx="603505" cy="438913"/>
      </dsp:txXfrm>
    </dsp:sp>
    <dsp:sp modelId="{356C940E-A59E-4240-A845-43A1B160BA4B}">
      <dsp:nvSpPr>
        <dsp:cNvPr id="0" name=""/>
        <dsp:cNvSpPr/>
      </dsp:nvSpPr>
      <dsp:spPr>
        <a:xfrm>
          <a:off x="6773623" y="3815475"/>
          <a:ext cx="3657600" cy="2743194"/>
        </a:xfrm>
        <a:prstGeom prst="ellipse">
          <a:avLst/>
        </a:prstGeom>
        <a:solidFill>
          <a:schemeClr val="accent5">
            <a:shade val="50000"/>
            <a:hueOff val="252972"/>
            <a:satOff val="-5595"/>
            <a:lumOff val="419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chemeClr val="accent5">
                  <a:lumMod val="75000"/>
                </a:schemeClr>
              </a:solidFill>
            </a:rPr>
            <a:t>Future Directions</a:t>
          </a:r>
          <a:endParaRPr lang="en-US" sz="1800" kern="1200">
            <a:solidFill>
              <a:schemeClr val="accent5">
                <a:lumMod val="75000"/>
              </a:schemeClr>
            </a:solidFill>
          </a:endParaRPr>
        </a:p>
        <a:p>
          <a:pPr marL="171450" lvl="1" indent="0" algn="ctr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0" i="0" kern="1200">
              <a:solidFill>
                <a:schemeClr val="accent5">
                  <a:lumMod val="75000"/>
                </a:schemeClr>
              </a:solidFill>
            </a:rPr>
            <a:t>Next steps include system prototyping, performance evaluation, and potential expansion to other universities across Georgia.</a:t>
          </a:r>
          <a:endParaRPr lang="en-US" sz="1800" kern="1200">
            <a:solidFill>
              <a:schemeClr val="accent5">
                <a:lumMod val="75000"/>
              </a:schemeClr>
            </a:solidFill>
          </a:endParaRPr>
        </a:p>
      </dsp:txBody>
      <dsp:txXfrm>
        <a:off x="7309266" y="4217206"/>
        <a:ext cx="2586314" cy="1939732"/>
      </dsp:txXfrm>
    </dsp:sp>
    <dsp:sp modelId="{4D0CA0A2-1B99-48DC-AE61-9FB068D2BDF7}">
      <dsp:nvSpPr>
        <dsp:cNvPr id="0" name=""/>
        <dsp:cNvSpPr/>
      </dsp:nvSpPr>
      <dsp:spPr>
        <a:xfrm rot="10777362">
          <a:off x="5017342" y="4749568"/>
          <a:ext cx="1188725" cy="91439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265828"/>
            <a:satOff val="-6642"/>
            <a:lumOff val="3178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44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/>
        </a:p>
      </dsp:txBody>
      <dsp:txXfrm rot="10800000">
        <a:off x="5291659" y="4931545"/>
        <a:ext cx="914405" cy="548639"/>
      </dsp:txXfrm>
    </dsp:sp>
    <dsp:sp modelId="{641C5842-BFFB-4603-BE88-87F88143B4B6}">
      <dsp:nvSpPr>
        <dsp:cNvPr id="0" name=""/>
        <dsp:cNvSpPr/>
      </dsp:nvSpPr>
      <dsp:spPr>
        <a:xfrm>
          <a:off x="720310" y="3855337"/>
          <a:ext cx="3657600" cy="2743194"/>
        </a:xfrm>
        <a:prstGeom prst="ellipse">
          <a:avLst/>
        </a:prstGeom>
        <a:solidFill>
          <a:schemeClr val="accent5">
            <a:shade val="50000"/>
            <a:hueOff val="126486"/>
            <a:satOff val="-2798"/>
            <a:lumOff val="2099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chemeClr val="bg2"/>
              </a:solidFill>
            </a:rPr>
            <a:t>Conclusion</a:t>
          </a:r>
          <a:endParaRPr lang="en-US" sz="1800" kern="1200">
            <a:solidFill>
              <a:schemeClr val="bg2"/>
            </a:solidFill>
          </a:endParaRPr>
        </a:p>
        <a:p>
          <a:pPr marL="171450" lvl="1" indent="0" algn="ctr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i="0" kern="1200">
              <a:solidFill>
                <a:schemeClr val="bg2"/>
              </a:solidFill>
            </a:rPr>
            <a:t>The proposed system transforms fragmented processes into a cohesive, secure </a:t>
          </a:r>
          <a:r>
            <a:rPr lang="en-US" sz="1800" b="0" i="0" kern="1200">
              <a:solidFill>
                <a:schemeClr val="bg2"/>
              </a:solidFill>
            </a:rPr>
            <a:t>network</a:t>
          </a:r>
          <a:r>
            <a:rPr lang="en-US" sz="1600" b="0" i="0" kern="1200">
              <a:solidFill>
                <a:schemeClr val="bg2"/>
              </a:solidFill>
            </a:rPr>
            <a:t> enhancing health record accessibility and student well-being.</a:t>
          </a:r>
          <a:endParaRPr lang="en-US" sz="1600" kern="1200">
            <a:solidFill>
              <a:schemeClr val="bg2"/>
            </a:solidFill>
          </a:endParaRPr>
        </a:p>
      </dsp:txBody>
      <dsp:txXfrm>
        <a:off x="1255953" y="4257068"/>
        <a:ext cx="2586314" cy="1939732"/>
      </dsp:txXfrm>
    </dsp:sp>
    <dsp:sp modelId="{C4B41E26-B1CD-408A-A9C9-6092CEFD0C45}">
      <dsp:nvSpPr>
        <dsp:cNvPr id="0" name=""/>
        <dsp:cNvSpPr/>
      </dsp:nvSpPr>
      <dsp:spPr>
        <a:xfrm rot="17489499">
          <a:off x="2886775" y="2958549"/>
          <a:ext cx="822957" cy="7315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132914"/>
            <a:satOff val="-3321"/>
            <a:lumOff val="158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2956303" y="3206953"/>
        <a:ext cx="603500" cy="43891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B18CB-FFA1-485E-B487-3A6D78ACAF6F}">
      <dsp:nvSpPr>
        <dsp:cNvPr id="0" name=""/>
        <dsp:cNvSpPr/>
      </dsp:nvSpPr>
      <dsp:spPr>
        <a:xfrm>
          <a:off x="471014" y="812571"/>
          <a:ext cx="8396179" cy="763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b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0" i="0" kern="1200">
              <a:solidFill>
                <a:schemeClr val="bg1"/>
              </a:solidFill>
            </a:rPr>
            <a:t>Canavan, B. C., Kurilo, M., Moss, T., McLaren, R., &amp; E. al. (2006). Immunization  information systems progress-United States, 2005. Center for Disease Control Prevention. https://www.proquest.com/reports/immunization-informationsystemsprogressunited/docview/203773125/se-2   </a:t>
          </a:r>
          <a:endParaRPr lang="en-US" sz="1800" kern="1200">
            <a:solidFill>
              <a:schemeClr val="bg1"/>
            </a:solidFill>
          </a:endParaRPr>
        </a:p>
      </dsp:txBody>
      <dsp:txXfrm>
        <a:off x="471014" y="812571"/>
        <a:ext cx="8396179" cy="763289"/>
      </dsp:txXfrm>
    </dsp:sp>
    <dsp:sp modelId="{AFB4E796-8ED1-4A67-ACA6-C403D78738D5}">
      <dsp:nvSpPr>
        <dsp:cNvPr id="0" name=""/>
        <dsp:cNvSpPr/>
      </dsp:nvSpPr>
      <dsp:spPr>
        <a:xfrm>
          <a:off x="471014" y="1575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E8579-252C-4D50-A722-36C89E31A28E}">
      <dsp:nvSpPr>
        <dsp:cNvPr id="0" name=""/>
        <dsp:cNvSpPr/>
      </dsp:nvSpPr>
      <dsp:spPr>
        <a:xfrm>
          <a:off x="1655808" y="1575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223238"/>
            <a:satOff val="1345"/>
            <a:lumOff val="108"/>
            <a:alphaOff val="0"/>
          </a:schemeClr>
        </a:solidFill>
        <a:ln w="25400" cap="flat" cmpd="sng" algn="ctr">
          <a:solidFill>
            <a:schemeClr val="accent4">
              <a:hueOff val="-223238"/>
              <a:satOff val="1345"/>
              <a:lumOff val="1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F4A6F5-5DD0-48D2-8072-671D64537570}">
      <dsp:nvSpPr>
        <dsp:cNvPr id="0" name=""/>
        <dsp:cNvSpPr/>
      </dsp:nvSpPr>
      <dsp:spPr>
        <a:xfrm>
          <a:off x="2840602" y="1575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446477"/>
            <a:satOff val="2690"/>
            <a:lumOff val="216"/>
            <a:alphaOff val="0"/>
          </a:schemeClr>
        </a:solidFill>
        <a:ln w="25400" cap="flat" cmpd="sng" algn="ctr">
          <a:solidFill>
            <a:schemeClr val="accent4">
              <a:hueOff val="-446477"/>
              <a:satOff val="2690"/>
              <a:lumOff val="2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0FEF8F-A80B-4F36-B239-558692681EC6}">
      <dsp:nvSpPr>
        <dsp:cNvPr id="0" name=""/>
        <dsp:cNvSpPr/>
      </dsp:nvSpPr>
      <dsp:spPr>
        <a:xfrm>
          <a:off x="4025396" y="1575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669715"/>
            <a:satOff val="4035"/>
            <a:lumOff val="323"/>
            <a:alphaOff val="0"/>
          </a:schemeClr>
        </a:solidFill>
        <a:ln w="25400" cap="flat" cmpd="sng" algn="ctr">
          <a:solidFill>
            <a:schemeClr val="accent4">
              <a:hueOff val="-669715"/>
              <a:satOff val="4035"/>
              <a:lumOff val="3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DAE07A-96BE-4042-8F85-D8ACE1D28F01}">
      <dsp:nvSpPr>
        <dsp:cNvPr id="0" name=""/>
        <dsp:cNvSpPr/>
      </dsp:nvSpPr>
      <dsp:spPr>
        <a:xfrm>
          <a:off x="5210191" y="1575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 w="25400" cap="flat" cmpd="sng" algn="ctr">
          <a:solidFill>
            <a:schemeClr val="accent4">
              <a:hueOff val="-892954"/>
              <a:satOff val="5380"/>
              <a:lumOff val="4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5DBB37-ACEA-4A49-8AF7-DFED779C78FE}">
      <dsp:nvSpPr>
        <dsp:cNvPr id="0" name=""/>
        <dsp:cNvSpPr/>
      </dsp:nvSpPr>
      <dsp:spPr>
        <a:xfrm>
          <a:off x="6394985" y="1575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 w="25400" cap="flat" cmpd="sng" algn="ctr">
          <a:solidFill>
            <a:schemeClr val="accent4">
              <a:hueOff val="-1116192"/>
              <a:satOff val="6725"/>
              <a:lumOff val="5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8910B-6989-4C9B-B7F3-7ACBC671175F}">
      <dsp:nvSpPr>
        <dsp:cNvPr id="0" name=""/>
        <dsp:cNvSpPr/>
      </dsp:nvSpPr>
      <dsp:spPr>
        <a:xfrm>
          <a:off x="7579779" y="1575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1339431"/>
            <a:satOff val="8070"/>
            <a:lumOff val="647"/>
            <a:alphaOff val="0"/>
          </a:schemeClr>
        </a:solidFill>
        <a:ln w="25400" cap="flat" cmpd="sng" algn="ctr">
          <a:solidFill>
            <a:schemeClr val="accent4">
              <a:hueOff val="-1339431"/>
              <a:satOff val="8070"/>
              <a:lumOff val="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D6EF-0683-4B4B-9CF9-28A244001D50}">
      <dsp:nvSpPr>
        <dsp:cNvPr id="0" name=""/>
        <dsp:cNvSpPr/>
      </dsp:nvSpPr>
      <dsp:spPr>
        <a:xfrm>
          <a:off x="471014" y="1855571"/>
          <a:ext cx="8396179" cy="763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b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0" i="0" kern="1200">
              <a:solidFill>
                <a:schemeClr val="bg1"/>
              </a:solidFill>
            </a:rPr>
            <a:t>Georgia Department of Public Health. (2025). Georgia Immunization Registry (GRITS).https://dph.georgia.gov/immunizations/providers-and-healthcare/</a:t>
          </a:r>
          <a:r>
            <a:rPr lang="en-US" sz="1800" b="0" i="0" kern="1200" err="1">
              <a:solidFill>
                <a:schemeClr val="bg1"/>
              </a:solidFill>
            </a:rPr>
            <a:t>georgia</a:t>
          </a:r>
          <a:r>
            <a:rPr lang="en-US" sz="1800" b="0" i="0" kern="1200">
              <a:solidFill>
                <a:schemeClr val="bg1"/>
              </a:solidFill>
            </a:rPr>
            <a:t>-</a:t>
          </a:r>
          <a:r>
            <a:rPr lang="en-US" sz="1800" b="0" i="0" kern="1200" err="1">
              <a:solidFill>
                <a:schemeClr val="bg1"/>
              </a:solidFill>
            </a:rPr>
            <a:t>immunizationregistry</a:t>
          </a:r>
          <a:r>
            <a:rPr lang="en-US" sz="1800" b="0" i="0" kern="1200">
              <a:solidFill>
                <a:schemeClr val="bg1"/>
              </a:solidFill>
            </a:rPr>
            <a:t>-grits </a:t>
          </a:r>
          <a:endParaRPr lang="en-US" sz="1800" kern="1200">
            <a:solidFill>
              <a:schemeClr val="bg1"/>
            </a:solidFill>
          </a:endParaRPr>
        </a:p>
      </dsp:txBody>
      <dsp:txXfrm>
        <a:off x="471014" y="1855571"/>
        <a:ext cx="8396179" cy="763289"/>
      </dsp:txXfrm>
    </dsp:sp>
    <dsp:sp modelId="{A2787C7A-19E8-4831-9BA7-0282E659F7D5}">
      <dsp:nvSpPr>
        <dsp:cNvPr id="0" name=""/>
        <dsp:cNvSpPr/>
      </dsp:nvSpPr>
      <dsp:spPr>
        <a:xfrm>
          <a:off x="471014" y="2618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1562669"/>
            <a:satOff val="9415"/>
            <a:lumOff val="755"/>
            <a:alphaOff val="0"/>
          </a:schemeClr>
        </a:solidFill>
        <a:ln w="25400" cap="flat" cmpd="sng" algn="ctr">
          <a:solidFill>
            <a:schemeClr val="accent4">
              <a:hueOff val="-1562669"/>
              <a:satOff val="9415"/>
              <a:lumOff val="7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A8A63-DCAE-4883-BB64-B1B3051C81EF}">
      <dsp:nvSpPr>
        <dsp:cNvPr id="0" name=""/>
        <dsp:cNvSpPr/>
      </dsp:nvSpPr>
      <dsp:spPr>
        <a:xfrm>
          <a:off x="1655808" y="2618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1785908"/>
            <a:satOff val="10760"/>
            <a:lumOff val="862"/>
            <a:alphaOff val="0"/>
          </a:schemeClr>
        </a:solidFill>
        <a:ln w="25400" cap="flat" cmpd="sng" algn="ctr">
          <a:solidFill>
            <a:schemeClr val="accent4">
              <a:hueOff val="-1785908"/>
              <a:satOff val="10760"/>
              <a:lumOff val="8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95821-581E-4BB7-9259-9073AD0212AF}">
      <dsp:nvSpPr>
        <dsp:cNvPr id="0" name=""/>
        <dsp:cNvSpPr/>
      </dsp:nvSpPr>
      <dsp:spPr>
        <a:xfrm>
          <a:off x="2840602" y="2618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2009146"/>
            <a:satOff val="12105"/>
            <a:lumOff val="970"/>
            <a:alphaOff val="0"/>
          </a:schemeClr>
        </a:solidFill>
        <a:ln w="25400" cap="flat" cmpd="sng" algn="ctr">
          <a:solidFill>
            <a:schemeClr val="accent4">
              <a:hueOff val="-2009146"/>
              <a:satOff val="12105"/>
              <a:lumOff val="9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44ED5-5D2E-4E3B-AB6D-138934926544}">
      <dsp:nvSpPr>
        <dsp:cNvPr id="0" name=""/>
        <dsp:cNvSpPr/>
      </dsp:nvSpPr>
      <dsp:spPr>
        <a:xfrm>
          <a:off x="4025396" y="2618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80807-3477-48FA-BF4E-D820CDA47EE4}">
      <dsp:nvSpPr>
        <dsp:cNvPr id="0" name=""/>
        <dsp:cNvSpPr/>
      </dsp:nvSpPr>
      <dsp:spPr>
        <a:xfrm>
          <a:off x="5210191" y="2618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2455623"/>
            <a:satOff val="14794"/>
            <a:lumOff val="1186"/>
            <a:alphaOff val="0"/>
          </a:schemeClr>
        </a:solidFill>
        <a:ln w="25400" cap="flat" cmpd="sng" algn="ctr">
          <a:solidFill>
            <a:schemeClr val="accent4">
              <a:hueOff val="-2455623"/>
              <a:satOff val="14794"/>
              <a:lumOff val="11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79F47-9A4C-4D88-8616-67581BB36C7B}">
      <dsp:nvSpPr>
        <dsp:cNvPr id="0" name=""/>
        <dsp:cNvSpPr/>
      </dsp:nvSpPr>
      <dsp:spPr>
        <a:xfrm>
          <a:off x="6394985" y="2618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2678862"/>
            <a:satOff val="16139"/>
            <a:lumOff val="1294"/>
            <a:alphaOff val="0"/>
          </a:schemeClr>
        </a:solidFill>
        <a:ln w="25400" cap="flat" cmpd="sng" algn="ctr">
          <a:solidFill>
            <a:schemeClr val="accent4">
              <a:hueOff val="-2678862"/>
              <a:satOff val="16139"/>
              <a:lumOff val="1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4B0CF0-27F0-405C-81FA-4668FA172A2D}">
      <dsp:nvSpPr>
        <dsp:cNvPr id="0" name=""/>
        <dsp:cNvSpPr/>
      </dsp:nvSpPr>
      <dsp:spPr>
        <a:xfrm>
          <a:off x="7579779" y="2618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2902100"/>
            <a:satOff val="17484"/>
            <a:lumOff val="1401"/>
            <a:alphaOff val="0"/>
          </a:schemeClr>
        </a:solidFill>
        <a:ln w="25400" cap="flat" cmpd="sng" algn="ctr">
          <a:solidFill>
            <a:schemeClr val="accent4">
              <a:hueOff val="-2902100"/>
              <a:satOff val="17484"/>
              <a:lumOff val="140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294DC3-E484-42BE-AC90-1749280377DE}">
      <dsp:nvSpPr>
        <dsp:cNvPr id="0" name=""/>
        <dsp:cNvSpPr/>
      </dsp:nvSpPr>
      <dsp:spPr>
        <a:xfrm>
          <a:off x="471014" y="2898571"/>
          <a:ext cx="8396179" cy="763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b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0" i="0" kern="1200">
              <a:solidFill>
                <a:schemeClr val="bg1"/>
              </a:solidFill>
            </a:rPr>
            <a:t>University System of Georgia. (n.d.). Board of Regents policy manual: Section 4.2 -Admission policies. https://usg.edu/policymanual/section4/C334 </a:t>
          </a:r>
          <a:endParaRPr lang="en-US" sz="1800" kern="1200">
            <a:solidFill>
              <a:schemeClr val="bg1"/>
            </a:solidFill>
          </a:endParaRPr>
        </a:p>
      </dsp:txBody>
      <dsp:txXfrm>
        <a:off x="471014" y="2898571"/>
        <a:ext cx="8396179" cy="763289"/>
      </dsp:txXfrm>
    </dsp:sp>
    <dsp:sp modelId="{21DD9D0A-C435-4AEC-8121-0BE5C7A303A8}">
      <dsp:nvSpPr>
        <dsp:cNvPr id="0" name=""/>
        <dsp:cNvSpPr/>
      </dsp:nvSpPr>
      <dsp:spPr>
        <a:xfrm>
          <a:off x="471014" y="3661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3125339"/>
            <a:satOff val="18829"/>
            <a:lumOff val="1509"/>
            <a:alphaOff val="0"/>
          </a:schemeClr>
        </a:solidFill>
        <a:ln w="25400" cap="flat" cmpd="sng" algn="ctr">
          <a:solidFill>
            <a:schemeClr val="accent4">
              <a:hueOff val="-3125339"/>
              <a:satOff val="18829"/>
              <a:lumOff val="150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2A7777-BCC3-4048-B211-937861F981BC}">
      <dsp:nvSpPr>
        <dsp:cNvPr id="0" name=""/>
        <dsp:cNvSpPr/>
      </dsp:nvSpPr>
      <dsp:spPr>
        <a:xfrm>
          <a:off x="1655808" y="3661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 w="25400" cap="flat" cmpd="sng" algn="ctr">
          <a:solidFill>
            <a:schemeClr val="accent4">
              <a:hueOff val="-3348577"/>
              <a:satOff val="20174"/>
              <a:lumOff val="16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28E3F8-8CF8-40B9-AF8E-A39E110820A4}">
      <dsp:nvSpPr>
        <dsp:cNvPr id="0" name=""/>
        <dsp:cNvSpPr/>
      </dsp:nvSpPr>
      <dsp:spPr>
        <a:xfrm>
          <a:off x="2840602" y="3661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3571816"/>
            <a:satOff val="21519"/>
            <a:lumOff val="1725"/>
            <a:alphaOff val="0"/>
          </a:schemeClr>
        </a:solidFill>
        <a:ln w="25400" cap="flat" cmpd="sng" algn="ctr">
          <a:solidFill>
            <a:schemeClr val="accent4">
              <a:hueOff val="-3571816"/>
              <a:satOff val="21519"/>
              <a:lumOff val="17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45C05-8255-40D5-89E0-68C75927F582}">
      <dsp:nvSpPr>
        <dsp:cNvPr id="0" name=""/>
        <dsp:cNvSpPr/>
      </dsp:nvSpPr>
      <dsp:spPr>
        <a:xfrm>
          <a:off x="4025396" y="3661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3795054"/>
            <a:satOff val="22864"/>
            <a:lumOff val="1833"/>
            <a:alphaOff val="0"/>
          </a:schemeClr>
        </a:solidFill>
        <a:ln w="25400" cap="flat" cmpd="sng" algn="ctr">
          <a:solidFill>
            <a:schemeClr val="accent4">
              <a:hueOff val="-3795054"/>
              <a:satOff val="22864"/>
              <a:lumOff val="18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4DB50-A137-49E9-AAB1-87F59EA656E5}">
      <dsp:nvSpPr>
        <dsp:cNvPr id="0" name=""/>
        <dsp:cNvSpPr/>
      </dsp:nvSpPr>
      <dsp:spPr>
        <a:xfrm>
          <a:off x="5210191" y="3661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4018293"/>
            <a:satOff val="24209"/>
            <a:lumOff val="1940"/>
            <a:alphaOff val="0"/>
          </a:schemeClr>
        </a:solidFill>
        <a:ln w="25400" cap="flat" cmpd="sng" algn="ctr">
          <a:solidFill>
            <a:schemeClr val="accent4">
              <a:hueOff val="-4018293"/>
              <a:satOff val="24209"/>
              <a:lumOff val="19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26778-011A-4376-AE0C-1B2558707D47}">
      <dsp:nvSpPr>
        <dsp:cNvPr id="0" name=""/>
        <dsp:cNvSpPr/>
      </dsp:nvSpPr>
      <dsp:spPr>
        <a:xfrm>
          <a:off x="6394985" y="3661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4241531"/>
            <a:satOff val="25554"/>
            <a:lumOff val="2048"/>
            <a:alphaOff val="0"/>
          </a:schemeClr>
        </a:solidFill>
        <a:ln w="25400" cap="flat" cmpd="sng" algn="ctr">
          <a:solidFill>
            <a:schemeClr val="accent4">
              <a:hueOff val="-4241531"/>
              <a:satOff val="25554"/>
              <a:lumOff val="20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97EA5-A5AF-446D-A994-BDDFECAB5F91}">
      <dsp:nvSpPr>
        <dsp:cNvPr id="0" name=""/>
        <dsp:cNvSpPr/>
      </dsp:nvSpPr>
      <dsp:spPr>
        <a:xfrm>
          <a:off x="7579779" y="3661860"/>
          <a:ext cx="1119490" cy="186581"/>
        </a:xfrm>
        <a:prstGeom prst="parallelogram">
          <a:avLst>
            <a:gd name="adj" fmla="val 14084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7074D7-7418-1C3B-7270-FCCF69B3C8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B5299-DA7F-73A4-1D46-6DF35B02F0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3BC5B-98C2-4BFB-BDF8-6E8ED514679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DAFF86-85D3-A83F-D74A-CAE2E377FF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B26A1-F5FA-6B4C-37CE-F5229EA993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AE0FBB-BD7E-44BD-9973-02A3599CD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715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GRITS - </a:t>
            </a:r>
            <a:r>
              <a:rPr lang="en-US">
                <a:solidFill>
                  <a:srgbClr val="031018"/>
                </a:solidFill>
              </a:rPr>
              <a:t>Georgia Immunization Registry Transactions and Services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263" name="Google Shape;2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4" y="0"/>
            <a:ext cx="18288056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3"/>
          <p:cNvGrpSpPr/>
          <p:nvPr/>
        </p:nvGrpSpPr>
        <p:grpSpPr>
          <a:xfrm>
            <a:off x="-514350" y="2280129"/>
            <a:ext cx="19263952" cy="5886801"/>
            <a:chOff x="0" y="-38100"/>
            <a:chExt cx="5073600" cy="1550423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5073533" cy="1512323"/>
            </a:xfrm>
            <a:custGeom>
              <a:avLst/>
              <a:gdLst/>
              <a:ahLst/>
              <a:cxnLst/>
              <a:rect l="l" t="t" r="r" b="b"/>
              <a:pathLst>
                <a:path w="5073533" h="1512323" extrusionOk="0">
                  <a:moveTo>
                    <a:pt x="0" y="0"/>
                  </a:moveTo>
                  <a:lnTo>
                    <a:pt x="5073533" y="0"/>
                  </a:lnTo>
                  <a:lnTo>
                    <a:pt x="5073533" y="1512323"/>
                  </a:lnTo>
                  <a:lnTo>
                    <a:pt x="0" y="1512323"/>
                  </a:lnTo>
                  <a:close/>
                </a:path>
              </a:pathLst>
            </a:custGeom>
            <a:solidFill>
              <a:srgbClr val="207EB5">
                <a:alpha val="86670"/>
              </a:srgbClr>
            </a:solidFill>
            <a:ln w="95250" cap="sq" cmpd="sng">
              <a:solidFill>
                <a:srgbClr val="000000">
                  <a:alpha val="8667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9" name="Google Shape;19;p3"/>
            <p:cNvSpPr txBox="1"/>
            <p:nvPr/>
          </p:nvSpPr>
          <p:spPr>
            <a:xfrm>
              <a:off x="0" y="-38100"/>
              <a:ext cx="5073600" cy="15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" name="Google Shape;2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0125" y="1485375"/>
            <a:ext cx="4232676" cy="843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91125" y="1104875"/>
            <a:ext cx="3889000" cy="8845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" name="Google Shape;24;p4"/>
          <p:cNvGrpSpPr/>
          <p:nvPr/>
        </p:nvGrpSpPr>
        <p:grpSpPr>
          <a:xfrm>
            <a:off x="0" y="-144662"/>
            <a:ext cx="9660453" cy="10475412"/>
            <a:chOff x="0" y="-38100"/>
            <a:chExt cx="2544300" cy="2758938"/>
          </a:xfrm>
        </p:grpSpPr>
        <p:sp>
          <p:nvSpPr>
            <p:cNvPr id="25" name="Google Shape;25;p4"/>
            <p:cNvSpPr/>
            <p:nvPr/>
          </p:nvSpPr>
          <p:spPr>
            <a:xfrm>
              <a:off x="0" y="0"/>
              <a:ext cx="2544242" cy="2720838"/>
            </a:xfrm>
            <a:custGeom>
              <a:avLst/>
              <a:gdLst/>
              <a:ahLst/>
              <a:cxnLst/>
              <a:rect l="l" t="t" r="r" b="b"/>
              <a:pathLst>
                <a:path w="2544242" h="2720838" extrusionOk="0">
                  <a:moveTo>
                    <a:pt x="0" y="0"/>
                  </a:moveTo>
                  <a:lnTo>
                    <a:pt x="2544242" y="0"/>
                  </a:lnTo>
                  <a:lnTo>
                    <a:pt x="2544242" y="2720838"/>
                  </a:lnTo>
                  <a:lnTo>
                    <a:pt x="0" y="2720838"/>
                  </a:lnTo>
                  <a:close/>
                </a:path>
              </a:pathLst>
            </a:custGeom>
            <a:solidFill>
              <a:srgbClr val="E1E6F9"/>
            </a:solidFill>
            <a:ln>
              <a:noFill/>
            </a:ln>
          </p:spPr>
        </p:sp>
        <p:sp>
          <p:nvSpPr>
            <p:cNvPr id="26" name="Google Shape;26;p4"/>
            <p:cNvSpPr txBox="1"/>
            <p:nvPr/>
          </p:nvSpPr>
          <p:spPr>
            <a:xfrm>
              <a:off x="0" y="-38100"/>
              <a:ext cx="2544300" cy="275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506312" y="4844625"/>
            <a:ext cx="11163900" cy="5442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Google Shape;28;p4"/>
          <p:cNvCxnSpPr/>
          <p:nvPr/>
        </p:nvCxnSpPr>
        <p:spPr>
          <a:xfrm>
            <a:off x="10575340" y="4146841"/>
            <a:ext cx="6098100" cy="0"/>
          </a:xfrm>
          <a:prstGeom prst="straightConnector1">
            <a:avLst/>
          </a:prstGeom>
          <a:noFill/>
          <a:ln w="76200" cap="flat" cmpd="sng">
            <a:solidFill>
              <a:srgbClr val="8493C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" name="Google Shape;29;p4"/>
          <p:cNvCxnSpPr/>
          <p:nvPr/>
        </p:nvCxnSpPr>
        <p:spPr>
          <a:xfrm>
            <a:off x="10575340" y="5415181"/>
            <a:ext cx="6098100" cy="0"/>
          </a:xfrm>
          <a:prstGeom prst="straightConnector1">
            <a:avLst/>
          </a:prstGeom>
          <a:noFill/>
          <a:ln w="76200" cap="flat" cmpd="sng">
            <a:solidFill>
              <a:srgbClr val="8493C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4"/>
          <p:cNvCxnSpPr/>
          <p:nvPr/>
        </p:nvCxnSpPr>
        <p:spPr>
          <a:xfrm>
            <a:off x="10575340" y="6683521"/>
            <a:ext cx="6098100" cy="0"/>
          </a:xfrm>
          <a:prstGeom prst="straightConnector1">
            <a:avLst/>
          </a:prstGeom>
          <a:noFill/>
          <a:ln w="76200" cap="flat" cmpd="sng">
            <a:solidFill>
              <a:srgbClr val="8493C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4"/>
          <p:cNvCxnSpPr/>
          <p:nvPr/>
        </p:nvCxnSpPr>
        <p:spPr>
          <a:xfrm>
            <a:off x="10575340" y="7951860"/>
            <a:ext cx="6098100" cy="0"/>
          </a:xfrm>
          <a:prstGeom prst="straightConnector1">
            <a:avLst/>
          </a:prstGeom>
          <a:noFill/>
          <a:ln w="76200" cap="flat" cmpd="sng">
            <a:solidFill>
              <a:srgbClr val="8493C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" name="Google Shape;32;p4"/>
          <p:cNvCxnSpPr/>
          <p:nvPr/>
        </p:nvCxnSpPr>
        <p:spPr>
          <a:xfrm>
            <a:off x="10575340" y="9220200"/>
            <a:ext cx="6098100" cy="0"/>
          </a:xfrm>
          <a:prstGeom prst="straightConnector1">
            <a:avLst/>
          </a:prstGeom>
          <a:noFill/>
          <a:ln w="76200" cap="flat" cmpd="sng">
            <a:solidFill>
              <a:srgbClr val="8493C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3" name="Google Shape;3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6824" y="581704"/>
            <a:ext cx="3386575" cy="9666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2625" y="1064550"/>
            <a:ext cx="5964626" cy="131208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5"/>
          <p:cNvGrpSpPr/>
          <p:nvPr/>
        </p:nvGrpSpPr>
        <p:grpSpPr>
          <a:xfrm>
            <a:off x="8786594" y="1204739"/>
            <a:ext cx="8472763" cy="8053612"/>
            <a:chOff x="0" y="-38100"/>
            <a:chExt cx="2231495" cy="2121102"/>
          </a:xfrm>
        </p:grpSpPr>
        <p:sp>
          <p:nvSpPr>
            <p:cNvPr id="38" name="Google Shape;38;p5"/>
            <p:cNvSpPr/>
            <p:nvPr/>
          </p:nvSpPr>
          <p:spPr>
            <a:xfrm>
              <a:off x="0" y="0"/>
              <a:ext cx="2231495" cy="2083002"/>
            </a:xfrm>
            <a:custGeom>
              <a:avLst/>
              <a:gdLst/>
              <a:ahLst/>
              <a:cxnLst/>
              <a:rect l="l" t="t" r="r" b="b"/>
              <a:pathLst>
                <a:path w="2231495" h="2083002" extrusionOk="0">
                  <a:moveTo>
                    <a:pt x="0" y="0"/>
                  </a:moveTo>
                  <a:lnTo>
                    <a:pt x="2231495" y="0"/>
                  </a:lnTo>
                  <a:lnTo>
                    <a:pt x="2231495" y="2083002"/>
                  </a:lnTo>
                  <a:lnTo>
                    <a:pt x="0" y="2083002"/>
                  </a:lnTo>
                  <a:close/>
                </a:path>
              </a:pathLst>
            </a:custGeom>
            <a:solidFill>
              <a:srgbClr val="207EB5">
                <a:alpha val="86670"/>
              </a:srgbClr>
            </a:solidFill>
            <a:ln w="95250" cap="sq" cmpd="sng">
              <a:solidFill>
                <a:srgbClr val="000000">
                  <a:alpha val="8667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Google Shape;39;p5"/>
            <p:cNvSpPr txBox="1"/>
            <p:nvPr/>
          </p:nvSpPr>
          <p:spPr>
            <a:xfrm>
              <a:off x="0" y="-38100"/>
              <a:ext cx="2231400" cy="21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4" y="0"/>
            <a:ext cx="18288056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6"/>
          <p:cNvGrpSpPr/>
          <p:nvPr/>
        </p:nvGrpSpPr>
        <p:grpSpPr>
          <a:xfrm>
            <a:off x="-362825" y="3407232"/>
            <a:ext cx="19225223" cy="4337579"/>
            <a:chOff x="0" y="-38100"/>
            <a:chExt cx="5063400" cy="1142400"/>
          </a:xfrm>
        </p:grpSpPr>
        <p:sp>
          <p:nvSpPr>
            <p:cNvPr id="43" name="Google Shape;43;p6"/>
            <p:cNvSpPr/>
            <p:nvPr/>
          </p:nvSpPr>
          <p:spPr>
            <a:xfrm>
              <a:off x="0" y="0"/>
              <a:ext cx="5063258" cy="1104161"/>
            </a:xfrm>
            <a:custGeom>
              <a:avLst/>
              <a:gdLst/>
              <a:ahLst/>
              <a:cxnLst/>
              <a:rect l="l" t="t" r="r" b="b"/>
              <a:pathLst>
                <a:path w="5063258" h="1104161" extrusionOk="0">
                  <a:moveTo>
                    <a:pt x="0" y="0"/>
                  </a:moveTo>
                  <a:lnTo>
                    <a:pt x="5063258" y="0"/>
                  </a:lnTo>
                  <a:lnTo>
                    <a:pt x="5063258" y="1104161"/>
                  </a:lnTo>
                  <a:lnTo>
                    <a:pt x="0" y="1104161"/>
                  </a:lnTo>
                  <a:close/>
                </a:path>
              </a:pathLst>
            </a:custGeom>
            <a:solidFill>
              <a:srgbClr val="207EB5">
                <a:alpha val="86670"/>
              </a:srgbClr>
            </a:solidFill>
            <a:ln w="95250" cap="sq" cmpd="sng">
              <a:solidFill>
                <a:srgbClr val="000000">
                  <a:alpha val="8667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4" name="Google Shape;44;p6"/>
            <p:cNvSpPr txBox="1"/>
            <p:nvPr/>
          </p:nvSpPr>
          <p:spPr>
            <a:xfrm>
              <a:off x="0" y="-38100"/>
              <a:ext cx="5063400" cy="114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" name="Google Shape;4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76700" y="414675"/>
            <a:ext cx="4490876" cy="16023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7"/>
          <p:cNvCxnSpPr/>
          <p:nvPr/>
        </p:nvCxnSpPr>
        <p:spPr>
          <a:xfrm rot="10800000" flipH="1">
            <a:off x="2020340" y="2024271"/>
            <a:ext cx="3108300" cy="2614200"/>
          </a:xfrm>
          <a:prstGeom prst="straightConnector1">
            <a:avLst/>
          </a:prstGeom>
          <a:noFill/>
          <a:ln w="95250" cap="flat" cmpd="sng">
            <a:solidFill>
              <a:srgbClr val="B6B5B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" name="Google Shape;48;p7"/>
          <p:cNvCxnSpPr/>
          <p:nvPr/>
        </p:nvCxnSpPr>
        <p:spPr>
          <a:xfrm rot="10800000">
            <a:off x="5660887" y="1981644"/>
            <a:ext cx="3077700" cy="1842000"/>
          </a:xfrm>
          <a:prstGeom prst="straightConnector1">
            <a:avLst/>
          </a:prstGeom>
          <a:noFill/>
          <a:ln w="95250" cap="flat" cmpd="sng">
            <a:solidFill>
              <a:srgbClr val="B6B5B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" name="Google Shape;49;p7"/>
          <p:cNvCxnSpPr/>
          <p:nvPr/>
        </p:nvCxnSpPr>
        <p:spPr>
          <a:xfrm flipH="1">
            <a:off x="9323683" y="2631088"/>
            <a:ext cx="3051300" cy="1237800"/>
          </a:xfrm>
          <a:prstGeom prst="straightConnector1">
            <a:avLst/>
          </a:prstGeom>
          <a:noFill/>
          <a:ln w="95250" cap="flat" cmpd="sng">
            <a:solidFill>
              <a:srgbClr val="B6B5B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" name="Google Shape;50;p7"/>
          <p:cNvCxnSpPr/>
          <p:nvPr/>
        </p:nvCxnSpPr>
        <p:spPr>
          <a:xfrm rot="10800000">
            <a:off x="12942041" y="2702899"/>
            <a:ext cx="3211800" cy="2377800"/>
          </a:xfrm>
          <a:prstGeom prst="straightConnector1">
            <a:avLst/>
          </a:prstGeom>
          <a:noFill/>
          <a:ln w="95250" cap="flat" cmpd="sng">
            <a:solidFill>
              <a:srgbClr val="B6B5B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" name="Google Shape;51;p7"/>
          <p:cNvCxnSpPr/>
          <p:nvPr/>
        </p:nvCxnSpPr>
        <p:spPr>
          <a:xfrm flipH="1">
            <a:off x="16716861" y="3821763"/>
            <a:ext cx="2976600" cy="1320900"/>
          </a:xfrm>
          <a:prstGeom prst="straightConnector1">
            <a:avLst/>
          </a:prstGeom>
          <a:noFill/>
          <a:ln w="95250" cap="flat" cmpd="sng">
            <a:solidFill>
              <a:srgbClr val="B6B5B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" name="Google Shape;52;p7"/>
          <p:cNvCxnSpPr/>
          <p:nvPr/>
        </p:nvCxnSpPr>
        <p:spPr>
          <a:xfrm>
            <a:off x="-1399723" y="2888642"/>
            <a:ext cx="2890500" cy="1788300"/>
          </a:xfrm>
          <a:prstGeom prst="straightConnector1">
            <a:avLst/>
          </a:prstGeom>
          <a:noFill/>
          <a:ln w="95250" cap="flat" cmpd="sng">
            <a:solidFill>
              <a:srgbClr val="B6B5B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oogle Shape;53;p7"/>
          <p:cNvGrpSpPr/>
          <p:nvPr/>
        </p:nvGrpSpPr>
        <p:grpSpPr>
          <a:xfrm>
            <a:off x="-80834" y="5177148"/>
            <a:ext cx="3640293" cy="3195285"/>
            <a:chOff x="0" y="0"/>
            <a:chExt cx="958754" cy="841551"/>
          </a:xfrm>
        </p:grpSpPr>
        <p:sp>
          <p:nvSpPr>
            <p:cNvPr id="54" name="Google Shape;54;p7"/>
            <p:cNvSpPr/>
            <p:nvPr/>
          </p:nvSpPr>
          <p:spPr>
            <a:xfrm>
              <a:off x="0" y="0"/>
              <a:ext cx="958754" cy="841551"/>
            </a:xfrm>
            <a:custGeom>
              <a:avLst/>
              <a:gdLst/>
              <a:ahLst/>
              <a:cxnLst/>
              <a:rect l="l" t="t" r="r" b="b"/>
              <a:pathLst>
                <a:path w="958754" h="841551" extrusionOk="0">
                  <a:moveTo>
                    <a:pt x="479377" y="0"/>
                  </a:moveTo>
                  <a:lnTo>
                    <a:pt x="958754" y="841551"/>
                  </a:lnTo>
                  <a:lnTo>
                    <a:pt x="0" y="841551"/>
                  </a:lnTo>
                  <a:lnTo>
                    <a:pt x="479377" y="0"/>
                  </a:lnTo>
                  <a:close/>
                </a:path>
              </a:pathLst>
            </a:custGeom>
            <a:solidFill>
              <a:srgbClr val="B4DADB"/>
            </a:solidFill>
            <a:ln>
              <a:noFill/>
            </a:ln>
          </p:spPr>
        </p:sp>
        <p:sp>
          <p:nvSpPr>
            <p:cNvPr id="55" name="Google Shape;55;p7"/>
            <p:cNvSpPr txBox="1"/>
            <p:nvPr/>
          </p:nvSpPr>
          <p:spPr>
            <a:xfrm>
              <a:off x="149805" y="352620"/>
              <a:ext cx="6591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7"/>
          <p:cNvGrpSpPr/>
          <p:nvPr/>
        </p:nvGrpSpPr>
        <p:grpSpPr>
          <a:xfrm>
            <a:off x="3559434" y="2099528"/>
            <a:ext cx="3640293" cy="6272923"/>
            <a:chOff x="0" y="0"/>
            <a:chExt cx="958754" cy="1652117"/>
          </a:xfrm>
        </p:grpSpPr>
        <p:sp>
          <p:nvSpPr>
            <p:cNvPr id="57" name="Google Shape;57;p7"/>
            <p:cNvSpPr/>
            <p:nvPr/>
          </p:nvSpPr>
          <p:spPr>
            <a:xfrm>
              <a:off x="0" y="0"/>
              <a:ext cx="958754" cy="1652117"/>
            </a:xfrm>
            <a:custGeom>
              <a:avLst/>
              <a:gdLst/>
              <a:ahLst/>
              <a:cxnLst/>
              <a:rect l="l" t="t" r="r" b="b"/>
              <a:pathLst>
                <a:path w="958754" h="1652117" extrusionOk="0">
                  <a:moveTo>
                    <a:pt x="479377" y="0"/>
                  </a:moveTo>
                  <a:lnTo>
                    <a:pt x="958754" y="1652117"/>
                  </a:lnTo>
                  <a:lnTo>
                    <a:pt x="0" y="1652117"/>
                  </a:lnTo>
                  <a:lnTo>
                    <a:pt x="479377" y="0"/>
                  </a:lnTo>
                  <a:close/>
                </a:path>
              </a:pathLst>
            </a:custGeom>
            <a:solidFill>
              <a:srgbClr val="207EB5"/>
            </a:solidFill>
            <a:ln>
              <a:noFill/>
            </a:ln>
          </p:spPr>
        </p:sp>
        <p:sp>
          <p:nvSpPr>
            <p:cNvPr id="58" name="Google Shape;58;p7"/>
            <p:cNvSpPr txBox="1"/>
            <p:nvPr/>
          </p:nvSpPr>
          <p:spPr>
            <a:xfrm>
              <a:off x="149805" y="728954"/>
              <a:ext cx="6591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" name="Google Shape;59;p7"/>
          <p:cNvGrpSpPr/>
          <p:nvPr/>
        </p:nvGrpSpPr>
        <p:grpSpPr>
          <a:xfrm>
            <a:off x="7199702" y="4261385"/>
            <a:ext cx="3640293" cy="4111052"/>
            <a:chOff x="0" y="0"/>
            <a:chExt cx="958754" cy="1082739"/>
          </a:xfrm>
        </p:grpSpPr>
        <p:sp>
          <p:nvSpPr>
            <p:cNvPr id="60" name="Google Shape;60;p7"/>
            <p:cNvSpPr/>
            <p:nvPr/>
          </p:nvSpPr>
          <p:spPr>
            <a:xfrm>
              <a:off x="0" y="0"/>
              <a:ext cx="958754" cy="1082739"/>
            </a:xfrm>
            <a:custGeom>
              <a:avLst/>
              <a:gdLst/>
              <a:ahLst/>
              <a:cxnLst/>
              <a:rect l="l" t="t" r="r" b="b"/>
              <a:pathLst>
                <a:path w="958754" h="1082739" extrusionOk="0">
                  <a:moveTo>
                    <a:pt x="479377" y="0"/>
                  </a:moveTo>
                  <a:lnTo>
                    <a:pt x="958754" y="1082739"/>
                  </a:lnTo>
                  <a:lnTo>
                    <a:pt x="0" y="1082739"/>
                  </a:lnTo>
                  <a:lnTo>
                    <a:pt x="479377" y="0"/>
                  </a:lnTo>
                  <a:close/>
                </a:path>
              </a:pathLst>
            </a:custGeom>
            <a:solidFill>
              <a:srgbClr val="5986E3"/>
            </a:solidFill>
            <a:ln>
              <a:noFill/>
            </a:ln>
          </p:spPr>
        </p:sp>
        <p:sp>
          <p:nvSpPr>
            <p:cNvPr id="61" name="Google Shape;61;p7"/>
            <p:cNvSpPr txBox="1"/>
            <p:nvPr/>
          </p:nvSpPr>
          <p:spPr>
            <a:xfrm>
              <a:off x="149805" y="464600"/>
              <a:ext cx="659100" cy="54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" name="Google Shape;62;p7"/>
          <p:cNvGrpSpPr/>
          <p:nvPr/>
        </p:nvGrpSpPr>
        <p:grpSpPr>
          <a:xfrm>
            <a:off x="10839971" y="2834482"/>
            <a:ext cx="3640293" cy="5537965"/>
            <a:chOff x="0" y="0"/>
            <a:chExt cx="958754" cy="1458549"/>
          </a:xfrm>
        </p:grpSpPr>
        <p:sp>
          <p:nvSpPr>
            <p:cNvPr id="63" name="Google Shape;63;p7"/>
            <p:cNvSpPr/>
            <p:nvPr/>
          </p:nvSpPr>
          <p:spPr>
            <a:xfrm>
              <a:off x="0" y="0"/>
              <a:ext cx="958754" cy="1458549"/>
            </a:xfrm>
            <a:custGeom>
              <a:avLst/>
              <a:gdLst/>
              <a:ahLst/>
              <a:cxnLst/>
              <a:rect l="l" t="t" r="r" b="b"/>
              <a:pathLst>
                <a:path w="958754" h="1458549" extrusionOk="0">
                  <a:moveTo>
                    <a:pt x="479377" y="0"/>
                  </a:moveTo>
                  <a:lnTo>
                    <a:pt x="958754" y="1458549"/>
                  </a:lnTo>
                  <a:lnTo>
                    <a:pt x="0" y="1458549"/>
                  </a:lnTo>
                  <a:lnTo>
                    <a:pt x="479377" y="0"/>
                  </a:lnTo>
                  <a:close/>
                </a:path>
              </a:pathLst>
            </a:custGeom>
            <a:solidFill>
              <a:srgbClr val="A5B4ED"/>
            </a:solidFill>
            <a:ln>
              <a:noFill/>
            </a:ln>
          </p:spPr>
        </p:sp>
        <p:sp>
          <p:nvSpPr>
            <p:cNvPr id="64" name="Google Shape;64;p7"/>
            <p:cNvSpPr txBox="1"/>
            <p:nvPr/>
          </p:nvSpPr>
          <p:spPr>
            <a:xfrm>
              <a:off x="149805" y="639084"/>
              <a:ext cx="659100" cy="71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" name="Google Shape;65;p7"/>
          <p:cNvGrpSpPr/>
          <p:nvPr/>
        </p:nvGrpSpPr>
        <p:grpSpPr>
          <a:xfrm>
            <a:off x="14566897" y="5603447"/>
            <a:ext cx="3640293" cy="2768984"/>
            <a:chOff x="0" y="0"/>
            <a:chExt cx="958754" cy="729275"/>
          </a:xfrm>
        </p:grpSpPr>
        <p:sp>
          <p:nvSpPr>
            <p:cNvPr id="66" name="Google Shape;66;p7"/>
            <p:cNvSpPr/>
            <p:nvPr/>
          </p:nvSpPr>
          <p:spPr>
            <a:xfrm>
              <a:off x="0" y="0"/>
              <a:ext cx="958754" cy="729275"/>
            </a:xfrm>
            <a:custGeom>
              <a:avLst/>
              <a:gdLst/>
              <a:ahLst/>
              <a:cxnLst/>
              <a:rect l="l" t="t" r="r" b="b"/>
              <a:pathLst>
                <a:path w="958754" h="729275" extrusionOk="0">
                  <a:moveTo>
                    <a:pt x="479377" y="0"/>
                  </a:moveTo>
                  <a:lnTo>
                    <a:pt x="958754" y="729275"/>
                  </a:lnTo>
                  <a:lnTo>
                    <a:pt x="0" y="729275"/>
                  </a:lnTo>
                  <a:lnTo>
                    <a:pt x="479377" y="0"/>
                  </a:lnTo>
                  <a:close/>
                </a:path>
              </a:pathLst>
            </a:custGeom>
            <a:solidFill>
              <a:srgbClr val="A6EAFD"/>
            </a:solidFill>
            <a:ln>
              <a:noFill/>
            </a:ln>
          </p:spPr>
        </p:sp>
        <p:sp>
          <p:nvSpPr>
            <p:cNvPr id="67" name="Google Shape;67;p7"/>
            <p:cNvSpPr txBox="1"/>
            <p:nvPr/>
          </p:nvSpPr>
          <p:spPr>
            <a:xfrm>
              <a:off x="149805" y="300492"/>
              <a:ext cx="659100" cy="37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" name="Google Shape;68;p7"/>
          <p:cNvGrpSpPr/>
          <p:nvPr/>
        </p:nvGrpSpPr>
        <p:grpSpPr>
          <a:xfrm>
            <a:off x="1441794" y="4521694"/>
            <a:ext cx="655442" cy="655442"/>
            <a:chOff x="0" y="0"/>
            <a:chExt cx="812800" cy="812800"/>
          </a:xfrm>
        </p:grpSpPr>
        <p:sp>
          <p:nvSpPr>
            <p:cNvPr id="69" name="Google Shape;69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D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7"/>
          <p:cNvGrpSpPr/>
          <p:nvPr/>
        </p:nvGrpSpPr>
        <p:grpSpPr>
          <a:xfrm>
            <a:off x="5051841" y="1485471"/>
            <a:ext cx="655442" cy="655442"/>
            <a:chOff x="0" y="0"/>
            <a:chExt cx="812800" cy="812800"/>
          </a:xfrm>
        </p:grpSpPr>
        <p:sp>
          <p:nvSpPr>
            <p:cNvPr id="72" name="Google Shape;72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7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7"/>
          <p:cNvGrpSpPr/>
          <p:nvPr/>
        </p:nvGrpSpPr>
        <p:grpSpPr>
          <a:xfrm>
            <a:off x="8692109" y="3664251"/>
            <a:ext cx="655442" cy="655442"/>
            <a:chOff x="0" y="0"/>
            <a:chExt cx="812800" cy="812800"/>
          </a:xfrm>
        </p:grpSpPr>
        <p:sp>
          <p:nvSpPr>
            <p:cNvPr id="75" name="Google Shape;75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86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" name="Google Shape;77;p7"/>
          <p:cNvGrpSpPr/>
          <p:nvPr/>
        </p:nvGrpSpPr>
        <p:grpSpPr>
          <a:xfrm>
            <a:off x="12351032" y="2180146"/>
            <a:ext cx="655442" cy="655442"/>
            <a:chOff x="0" y="0"/>
            <a:chExt cx="812800" cy="812800"/>
          </a:xfrm>
        </p:grpSpPr>
        <p:sp>
          <p:nvSpPr>
            <p:cNvPr id="78" name="Google Shape;78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4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7"/>
          <p:cNvGrpSpPr/>
          <p:nvPr/>
        </p:nvGrpSpPr>
        <p:grpSpPr>
          <a:xfrm>
            <a:off x="16089526" y="4947993"/>
            <a:ext cx="655442" cy="655442"/>
            <a:chOff x="0" y="0"/>
            <a:chExt cx="812800" cy="812800"/>
          </a:xfrm>
        </p:grpSpPr>
        <p:sp>
          <p:nvSpPr>
            <p:cNvPr id="81" name="Google Shape;81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EA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83;p7"/>
          <p:cNvGrpSpPr/>
          <p:nvPr/>
        </p:nvGrpSpPr>
        <p:grpSpPr>
          <a:xfrm>
            <a:off x="-555939" y="8164567"/>
            <a:ext cx="19177629" cy="2122444"/>
            <a:chOff x="0" y="-38100"/>
            <a:chExt cx="5050865" cy="558994"/>
          </a:xfrm>
        </p:grpSpPr>
        <p:sp>
          <p:nvSpPr>
            <p:cNvPr id="84" name="Google Shape;84;p7"/>
            <p:cNvSpPr/>
            <p:nvPr/>
          </p:nvSpPr>
          <p:spPr>
            <a:xfrm>
              <a:off x="0" y="0"/>
              <a:ext cx="5050865" cy="520894"/>
            </a:xfrm>
            <a:custGeom>
              <a:avLst/>
              <a:gdLst/>
              <a:ahLst/>
              <a:cxnLst/>
              <a:rect l="l" t="t" r="r" b="b"/>
              <a:pathLst>
                <a:path w="5050865" h="520894" extrusionOk="0">
                  <a:moveTo>
                    <a:pt x="0" y="0"/>
                  </a:moveTo>
                  <a:lnTo>
                    <a:pt x="5050865" y="0"/>
                  </a:lnTo>
                  <a:lnTo>
                    <a:pt x="5050865" y="520894"/>
                  </a:lnTo>
                  <a:lnTo>
                    <a:pt x="0" y="520894"/>
                  </a:lnTo>
                  <a:close/>
                </a:path>
              </a:pathLst>
            </a:custGeom>
            <a:solidFill>
              <a:srgbClr val="FFFFFF"/>
            </a:solidFill>
            <a:ln w="952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5" name="Google Shape;85;p7"/>
            <p:cNvSpPr txBox="1"/>
            <p:nvPr/>
          </p:nvSpPr>
          <p:spPr>
            <a:xfrm>
              <a:off x="0" y="-38100"/>
              <a:ext cx="505080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5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8"/>
          <p:cNvGrpSpPr/>
          <p:nvPr/>
        </p:nvGrpSpPr>
        <p:grpSpPr>
          <a:xfrm>
            <a:off x="644517" y="2883994"/>
            <a:ext cx="3434974" cy="3434974"/>
            <a:chOff x="0" y="0"/>
            <a:chExt cx="812800" cy="812800"/>
          </a:xfrm>
        </p:grpSpPr>
        <p:sp>
          <p:nvSpPr>
            <p:cNvPr id="88" name="Google Shape;88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DADB">
                <a:alpha val="8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8"/>
          <p:cNvGrpSpPr/>
          <p:nvPr/>
        </p:nvGrpSpPr>
        <p:grpSpPr>
          <a:xfrm>
            <a:off x="2151412" y="1053712"/>
            <a:ext cx="3434974" cy="3434974"/>
            <a:chOff x="0" y="0"/>
            <a:chExt cx="812800" cy="812800"/>
          </a:xfrm>
        </p:grpSpPr>
        <p:sp>
          <p:nvSpPr>
            <p:cNvPr id="91" name="Google Shape;91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7EB5">
                <a:alpha val="8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8"/>
          <p:cNvGrpSpPr/>
          <p:nvPr/>
        </p:nvGrpSpPr>
        <p:grpSpPr>
          <a:xfrm>
            <a:off x="6177488" y="2883994"/>
            <a:ext cx="3434974" cy="3434974"/>
            <a:chOff x="0" y="0"/>
            <a:chExt cx="812800" cy="812800"/>
          </a:xfrm>
        </p:grpSpPr>
        <p:sp>
          <p:nvSpPr>
            <p:cNvPr id="94" name="Google Shape;94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86E3">
                <a:alpha val="8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8"/>
          <p:cNvGrpSpPr/>
          <p:nvPr/>
        </p:nvGrpSpPr>
        <p:grpSpPr>
          <a:xfrm>
            <a:off x="5111087" y="5490628"/>
            <a:ext cx="3434974" cy="3434974"/>
            <a:chOff x="0" y="0"/>
            <a:chExt cx="812800" cy="812800"/>
          </a:xfrm>
        </p:grpSpPr>
        <p:sp>
          <p:nvSpPr>
            <p:cNvPr id="97" name="Google Shape;97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4ED">
                <a:alpha val="8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8"/>
          <p:cNvGrpSpPr/>
          <p:nvPr/>
        </p:nvGrpSpPr>
        <p:grpSpPr>
          <a:xfrm>
            <a:off x="4459986" y="1053712"/>
            <a:ext cx="3434974" cy="3434974"/>
            <a:chOff x="0" y="0"/>
            <a:chExt cx="812800" cy="812800"/>
          </a:xfrm>
        </p:grpSpPr>
        <p:sp>
          <p:nvSpPr>
            <p:cNvPr id="100" name="Google Shape;100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EAFD">
                <a:alpha val="8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8"/>
          <p:cNvGrpSpPr/>
          <p:nvPr/>
        </p:nvGrpSpPr>
        <p:grpSpPr>
          <a:xfrm>
            <a:off x="2151412" y="5490628"/>
            <a:ext cx="3434974" cy="3434974"/>
            <a:chOff x="0" y="0"/>
            <a:chExt cx="812800" cy="812800"/>
          </a:xfrm>
        </p:grpSpPr>
        <p:sp>
          <p:nvSpPr>
            <p:cNvPr id="103" name="Google Shape;103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8"/>
          <p:cNvGrpSpPr/>
          <p:nvPr/>
        </p:nvGrpSpPr>
        <p:grpSpPr>
          <a:xfrm>
            <a:off x="9991479" y="6031513"/>
            <a:ext cx="636740" cy="781402"/>
            <a:chOff x="0" y="-38100"/>
            <a:chExt cx="167700" cy="205800"/>
          </a:xfrm>
        </p:grpSpPr>
        <p:sp>
          <p:nvSpPr>
            <p:cNvPr id="106" name="Google Shape;106;p8"/>
            <p:cNvSpPr/>
            <p:nvPr/>
          </p:nvSpPr>
          <p:spPr>
            <a:xfrm>
              <a:off x="0" y="0"/>
              <a:ext cx="167577" cy="167577"/>
            </a:xfrm>
            <a:custGeom>
              <a:avLst/>
              <a:gdLst/>
              <a:ahLst/>
              <a:cxnLst/>
              <a:rect l="l" t="t" r="r" b="b"/>
              <a:pathLst>
                <a:path w="167577" h="167577" extrusionOk="0">
                  <a:moveTo>
                    <a:pt x="0" y="0"/>
                  </a:moveTo>
                  <a:lnTo>
                    <a:pt x="167577" y="0"/>
                  </a:lnTo>
                  <a:lnTo>
                    <a:pt x="167577" y="167577"/>
                  </a:lnTo>
                  <a:lnTo>
                    <a:pt x="0" y="167577"/>
                  </a:lnTo>
                  <a:close/>
                </a:path>
              </a:pathLst>
            </a:custGeom>
            <a:solidFill>
              <a:srgbClr val="207EB5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Google Shape;107;p8"/>
            <p:cNvSpPr txBox="1"/>
            <p:nvPr/>
          </p:nvSpPr>
          <p:spPr>
            <a:xfrm>
              <a:off x="0" y="-38100"/>
              <a:ext cx="1677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8"/>
          <p:cNvGrpSpPr/>
          <p:nvPr/>
        </p:nvGrpSpPr>
        <p:grpSpPr>
          <a:xfrm>
            <a:off x="9991479" y="7005420"/>
            <a:ext cx="636740" cy="781402"/>
            <a:chOff x="0" y="-38100"/>
            <a:chExt cx="167700" cy="205800"/>
          </a:xfrm>
        </p:grpSpPr>
        <p:sp>
          <p:nvSpPr>
            <p:cNvPr id="109" name="Google Shape;109;p8"/>
            <p:cNvSpPr/>
            <p:nvPr/>
          </p:nvSpPr>
          <p:spPr>
            <a:xfrm>
              <a:off x="0" y="0"/>
              <a:ext cx="167577" cy="167577"/>
            </a:xfrm>
            <a:custGeom>
              <a:avLst/>
              <a:gdLst/>
              <a:ahLst/>
              <a:cxnLst/>
              <a:rect l="l" t="t" r="r" b="b"/>
              <a:pathLst>
                <a:path w="167577" h="167577" extrusionOk="0">
                  <a:moveTo>
                    <a:pt x="0" y="0"/>
                  </a:moveTo>
                  <a:lnTo>
                    <a:pt x="167577" y="0"/>
                  </a:lnTo>
                  <a:lnTo>
                    <a:pt x="167577" y="167577"/>
                  </a:lnTo>
                  <a:lnTo>
                    <a:pt x="0" y="167577"/>
                  </a:lnTo>
                  <a:close/>
                </a:path>
              </a:pathLst>
            </a:custGeom>
            <a:solidFill>
              <a:srgbClr val="B4DADB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Google Shape;110;p8"/>
            <p:cNvSpPr txBox="1"/>
            <p:nvPr/>
          </p:nvSpPr>
          <p:spPr>
            <a:xfrm>
              <a:off x="0" y="-38100"/>
              <a:ext cx="1677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8"/>
          <p:cNvGrpSpPr/>
          <p:nvPr/>
        </p:nvGrpSpPr>
        <p:grpSpPr>
          <a:xfrm>
            <a:off x="9991479" y="7979327"/>
            <a:ext cx="636740" cy="781402"/>
            <a:chOff x="0" y="-38100"/>
            <a:chExt cx="167700" cy="205800"/>
          </a:xfrm>
        </p:grpSpPr>
        <p:sp>
          <p:nvSpPr>
            <p:cNvPr id="112" name="Google Shape;112;p8"/>
            <p:cNvSpPr/>
            <p:nvPr/>
          </p:nvSpPr>
          <p:spPr>
            <a:xfrm>
              <a:off x="0" y="0"/>
              <a:ext cx="167577" cy="167577"/>
            </a:xfrm>
            <a:custGeom>
              <a:avLst/>
              <a:gdLst/>
              <a:ahLst/>
              <a:cxnLst/>
              <a:rect l="l" t="t" r="r" b="b"/>
              <a:pathLst>
                <a:path w="167577" h="167577" extrusionOk="0">
                  <a:moveTo>
                    <a:pt x="0" y="0"/>
                  </a:moveTo>
                  <a:lnTo>
                    <a:pt x="167577" y="0"/>
                  </a:lnTo>
                  <a:lnTo>
                    <a:pt x="167577" y="167577"/>
                  </a:lnTo>
                  <a:lnTo>
                    <a:pt x="0" y="1675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Google Shape;113;p8"/>
            <p:cNvSpPr txBox="1"/>
            <p:nvPr/>
          </p:nvSpPr>
          <p:spPr>
            <a:xfrm>
              <a:off x="0" y="-38100"/>
              <a:ext cx="1677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13962519" y="6031513"/>
            <a:ext cx="636740" cy="781402"/>
            <a:chOff x="0" y="-38100"/>
            <a:chExt cx="167700" cy="205800"/>
          </a:xfrm>
        </p:grpSpPr>
        <p:sp>
          <p:nvSpPr>
            <p:cNvPr id="115" name="Google Shape;115;p8"/>
            <p:cNvSpPr/>
            <p:nvPr/>
          </p:nvSpPr>
          <p:spPr>
            <a:xfrm>
              <a:off x="0" y="0"/>
              <a:ext cx="167577" cy="167577"/>
            </a:xfrm>
            <a:custGeom>
              <a:avLst/>
              <a:gdLst/>
              <a:ahLst/>
              <a:cxnLst/>
              <a:rect l="l" t="t" r="r" b="b"/>
              <a:pathLst>
                <a:path w="167577" h="167577" extrusionOk="0">
                  <a:moveTo>
                    <a:pt x="0" y="0"/>
                  </a:moveTo>
                  <a:lnTo>
                    <a:pt x="167577" y="0"/>
                  </a:lnTo>
                  <a:lnTo>
                    <a:pt x="167577" y="167577"/>
                  </a:lnTo>
                  <a:lnTo>
                    <a:pt x="0" y="167577"/>
                  </a:lnTo>
                  <a:close/>
                </a:path>
              </a:pathLst>
            </a:custGeom>
            <a:solidFill>
              <a:srgbClr val="A5B4ED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Google Shape;116;p8"/>
            <p:cNvSpPr txBox="1"/>
            <p:nvPr/>
          </p:nvSpPr>
          <p:spPr>
            <a:xfrm>
              <a:off x="0" y="-38100"/>
              <a:ext cx="1677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8"/>
          <p:cNvGrpSpPr/>
          <p:nvPr/>
        </p:nvGrpSpPr>
        <p:grpSpPr>
          <a:xfrm>
            <a:off x="13962519" y="7005420"/>
            <a:ext cx="636740" cy="781402"/>
            <a:chOff x="0" y="-38100"/>
            <a:chExt cx="167700" cy="205800"/>
          </a:xfrm>
        </p:grpSpPr>
        <p:sp>
          <p:nvSpPr>
            <p:cNvPr id="118" name="Google Shape;118;p8"/>
            <p:cNvSpPr/>
            <p:nvPr/>
          </p:nvSpPr>
          <p:spPr>
            <a:xfrm>
              <a:off x="0" y="0"/>
              <a:ext cx="167577" cy="167577"/>
            </a:xfrm>
            <a:custGeom>
              <a:avLst/>
              <a:gdLst/>
              <a:ahLst/>
              <a:cxnLst/>
              <a:rect l="l" t="t" r="r" b="b"/>
              <a:pathLst>
                <a:path w="167577" h="167577" extrusionOk="0">
                  <a:moveTo>
                    <a:pt x="0" y="0"/>
                  </a:moveTo>
                  <a:lnTo>
                    <a:pt x="167577" y="0"/>
                  </a:lnTo>
                  <a:lnTo>
                    <a:pt x="167577" y="167577"/>
                  </a:lnTo>
                  <a:lnTo>
                    <a:pt x="0" y="167577"/>
                  </a:lnTo>
                  <a:close/>
                </a:path>
              </a:pathLst>
            </a:custGeom>
            <a:solidFill>
              <a:srgbClr val="5986E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Google Shape;119;p8"/>
            <p:cNvSpPr txBox="1"/>
            <p:nvPr/>
          </p:nvSpPr>
          <p:spPr>
            <a:xfrm>
              <a:off x="0" y="-38100"/>
              <a:ext cx="1677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8"/>
          <p:cNvGrpSpPr/>
          <p:nvPr/>
        </p:nvGrpSpPr>
        <p:grpSpPr>
          <a:xfrm>
            <a:off x="13962519" y="7979327"/>
            <a:ext cx="636740" cy="781402"/>
            <a:chOff x="0" y="-38100"/>
            <a:chExt cx="167700" cy="205800"/>
          </a:xfrm>
        </p:grpSpPr>
        <p:sp>
          <p:nvSpPr>
            <p:cNvPr id="121" name="Google Shape;121;p8"/>
            <p:cNvSpPr/>
            <p:nvPr/>
          </p:nvSpPr>
          <p:spPr>
            <a:xfrm>
              <a:off x="0" y="0"/>
              <a:ext cx="167577" cy="167577"/>
            </a:xfrm>
            <a:custGeom>
              <a:avLst/>
              <a:gdLst/>
              <a:ahLst/>
              <a:cxnLst/>
              <a:rect l="l" t="t" r="r" b="b"/>
              <a:pathLst>
                <a:path w="167577" h="167577" extrusionOk="0">
                  <a:moveTo>
                    <a:pt x="0" y="0"/>
                  </a:moveTo>
                  <a:lnTo>
                    <a:pt x="167577" y="0"/>
                  </a:lnTo>
                  <a:lnTo>
                    <a:pt x="167577" y="167577"/>
                  </a:lnTo>
                  <a:lnTo>
                    <a:pt x="0" y="167577"/>
                  </a:lnTo>
                  <a:close/>
                </a:path>
              </a:pathLst>
            </a:custGeom>
            <a:solidFill>
              <a:srgbClr val="A6EAFD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Google Shape;122;p8"/>
            <p:cNvSpPr txBox="1"/>
            <p:nvPr/>
          </p:nvSpPr>
          <p:spPr>
            <a:xfrm>
              <a:off x="0" y="-38100"/>
              <a:ext cx="1677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_6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9"/>
          <p:cNvGrpSpPr/>
          <p:nvPr/>
        </p:nvGrpSpPr>
        <p:grpSpPr>
          <a:xfrm>
            <a:off x="-426373" y="921138"/>
            <a:ext cx="11770010" cy="8300403"/>
            <a:chOff x="0" y="-38100"/>
            <a:chExt cx="3099900" cy="2186100"/>
          </a:xfrm>
        </p:grpSpPr>
        <p:sp>
          <p:nvSpPr>
            <p:cNvPr id="126" name="Google Shape;126;p9"/>
            <p:cNvSpPr/>
            <p:nvPr/>
          </p:nvSpPr>
          <p:spPr>
            <a:xfrm>
              <a:off x="0" y="0"/>
              <a:ext cx="3099827" cy="2147924"/>
            </a:xfrm>
            <a:custGeom>
              <a:avLst/>
              <a:gdLst/>
              <a:ahLst/>
              <a:cxnLst/>
              <a:rect l="l" t="t" r="r" b="b"/>
              <a:pathLst>
                <a:path w="3099827" h="2147924" extrusionOk="0">
                  <a:moveTo>
                    <a:pt x="0" y="0"/>
                  </a:moveTo>
                  <a:lnTo>
                    <a:pt x="3099827" y="0"/>
                  </a:lnTo>
                  <a:lnTo>
                    <a:pt x="3099827" y="2147924"/>
                  </a:lnTo>
                  <a:lnTo>
                    <a:pt x="0" y="2147924"/>
                  </a:lnTo>
                  <a:close/>
                </a:path>
              </a:pathLst>
            </a:custGeom>
            <a:solidFill>
              <a:srgbClr val="207EB5">
                <a:alpha val="86670"/>
              </a:srgbClr>
            </a:solidFill>
            <a:ln w="95250" cap="sq" cmpd="sng">
              <a:solidFill>
                <a:srgbClr val="000000">
                  <a:alpha val="8667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7" name="Google Shape;127;p9"/>
            <p:cNvSpPr txBox="1"/>
            <p:nvPr/>
          </p:nvSpPr>
          <p:spPr>
            <a:xfrm>
              <a:off x="0" y="-38100"/>
              <a:ext cx="3099900" cy="218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8" name="Google Shape;12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2726" y="2905599"/>
            <a:ext cx="2735325" cy="8272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31090" y="921150"/>
            <a:ext cx="3298620" cy="1028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CUSTOM_10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0"/>
          <p:cNvGrpSpPr/>
          <p:nvPr/>
        </p:nvGrpSpPr>
        <p:grpSpPr>
          <a:xfrm>
            <a:off x="0" y="7281843"/>
            <a:ext cx="18288118" cy="3049290"/>
            <a:chOff x="0" y="-38100"/>
            <a:chExt cx="4816592" cy="803100"/>
          </a:xfrm>
        </p:grpSpPr>
        <p:sp>
          <p:nvSpPr>
            <p:cNvPr id="132" name="Google Shape;132;p10"/>
            <p:cNvSpPr/>
            <p:nvPr/>
          </p:nvSpPr>
          <p:spPr>
            <a:xfrm>
              <a:off x="0" y="0"/>
              <a:ext cx="4816592" cy="764886"/>
            </a:xfrm>
            <a:custGeom>
              <a:avLst/>
              <a:gdLst/>
              <a:ahLst/>
              <a:cxnLst/>
              <a:rect l="l" t="t" r="r" b="b"/>
              <a:pathLst>
                <a:path w="4816592" h="764886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64886"/>
                  </a:lnTo>
                  <a:lnTo>
                    <a:pt x="0" y="7648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3" name="Google Shape;133;p10"/>
            <p:cNvSpPr txBox="1"/>
            <p:nvPr/>
          </p:nvSpPr>
          <p:spPr>
            <a:xfrm>
              <a:off x="0" y="-38100"/>
              <a:ext cx="4816500" cy="8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4" name="Google Shape;13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93375" y="918234"/>
            <a:ext cx="3678626" cy="10500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_1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4" y="0"/>
            <a:ext cx="18288056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11"/>
          <p:cNvGrpSpPr/>
          <p:nvPr/>
        </p:nvGrpSpPr>
        <p:grpSpPr>
          <a:xfrm>
            <a:off x="9066042" y="1427489"/>
            <a:ext cx="7489336" cy="3513017"/>
            <a:chOff x="0" y="-38100"/>
            <a:chExt cx="1972500" cy="925239"/>
          </a:xfrm>
        </p:grpSpPr>
        <p:sp>
          <p:nvSpPr>
            <p:cNvPr id="138" name="Google Shape;138;p11"/>
            <p:cNvSpPr/>
            <p:nvPr/>
          </p:nvSpPr>
          <p:spPr>
            <a:xfrm>
              <a:off x="0" y="0"/>
              <a:ext cx="1972458" cy="887139"/>
            </a:xfrm>
            <a:custGeom>
              <a:avLst/>
              <a:gdLst/>
              <a:ahLst/>
              <a:cxnLst/>
              <a:rect l="l" t="t" r="r" b="b"/>
              <a:pathLst>
                <a:path w="1972458" h="887139" extrusionOk="0">
                  <a:moveTo>
                    <a:pt x="0" y="0"/>
                  </a:moveTo>
                  <a:lnTo>
                    <a:pt x="1972458" y="0"/>
                  </a:lnTo>
                  <a:lnTo>
                    <a:pt x="1972458" y="887139"/>
                  </a:lnTo>
                  <a:lnTo>
                    <a:pt x="0" y="887139"/>
                  </a:lnTo>
                  <a:close/>
                </a:path>
              </a:pathLst>
            </a:custGeom>
            <a:solidFill>
              <a:srgbClr val="207EB5">
                <a:alpha val="86670"/>
              </a:srgbClr>
            </a:solidFill>
            <a:ln w="95250" cap="sq" cmpd="sng">
              <a:solidFill>
                <a:srgbClr val="000000">
                  <a:alpha val="8667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9" name="Google Shape;139;p11"/>
            <p:cNvSpPr txBox="1"/>
            <p:nvPr/>
          </p:nvSpPr>
          <p:spPr>
            <a:xfrm>
              <a:off x="0" y="-38100"/>
              <a:ext cx="1972500" cy="9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1"/>
          <p:cNvGrpSpPr/>
          <p:nvPr/>
        </p:nvGrpSpPr>
        <p:grpSpPr>
          <a:xfrm>
            <a:off x="9066042" y="5201832"/>
            <a:ext cx="7489336" cy="3513017"/>
            <a:chOff x="0" y="-38100"/>
            <a:chExt cx="1972500" cy="925239"/>
          </a:xfrm>
        </p:grpSpPr>
        <p:sp>
          <p:nvSpPr>
            <p:cNvPr id="141" name="Google Shape;141;p11"/>
            <p:cNvSpPr/>
            <p:nvPr/>
          </p:nvSpPr>
          <p:spPr>
            <a:xfrm>
              <a:off x="0" y="0"/>
              <a:ext cx="1972458" cy="887139"/>
            </a:xfrm>
            <a:custGeom>
              <a:avLst/>
              <a:gdLst/>
              <a:ahLst/>
              <a:cxnLst/>
              <a:rect l="l" t="t" r="r" b="b"/>
              <a:pathLst>
                <a:path w="1972458" h="887139" extrusionOk="0">
                  <a:moveTo>
                    <a:pt x="0" y="0"/>
                  </a:moveTo>
                  <a:lnTo>
                    <a:pt x="1972458" y="0"/>
                  </a:lnTo>
                  <a:lnTo>
                    <a:pt x="1972458" y="887139"/>
                  </a:lnTo>
                  <a:lnTo>
                    <a:pt x="0" y="887139"/>
                  </a:lnTo>
                  <a:close/>
                </a:path>
              </a:pathLst>
            </a:custGeom>
            <a:solidFill>
              <a:srgbClr val="207EB5">
                <a:alpha val="86670"/>
              </a:srgbClr>
            </a:solidFill>
            <a:ln w="95250" cap="sq" cmpd="sng">
              <a:solidFill>
                <a:srgbClr val="000000">
                  <a:alpha val="8667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42" name="Google Shape;142;p11"/>
            <p:cNvSpPr txBox="1"/>
            <p:nvPr/>
          </p:nvSpPr>
          <p:spPr>
            <a:xfrm>
              <a:off x="0" y="-38100"/>
              <a:ext cx="1972500" cy="92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3" name="Google Shape;14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54449" y="1240399"/>
            <a:ext cx="3912451" cy="860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2100" y="1975165"/>
            <a:ext cx="3389900" cy="7871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_12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12"/>
          <p:cNvGrpSpPr/>
          <p:nvPr/>
        </p:nvGrpSpPr>
        <p:grpSpPr>
          <a:xfrm>
            <a:off x="3260230" y="1503688"/>
            <a:ext cx="11770010" cy="7135134"/>
            <a:chOff x="0" y="-38100"/>
            <a:chExt cx="3099900" cy="1879200"/>
          </a:xfrm>
        </p:grpSpPr>
        <p:sp>
          <p:nvSpPr>
            <p:cNvPr id="148" name="Google Shape;148;p12"/>
            <p:cNvSpPr/>
            <p:nvPr/>
          </p:nvSpPr>
          <p:spPr>
            <a:xfrm>
              <a:off x="0" y="0"/>
              <a:ext cx="3099827" cy="1841066"/>
            </a:xfrm>
            <a:custGeom>
              <a:avLst/>
              <a:gdLst/>
              <a:ahLst/>
              <a:cxnLst/>
              <a:rect l="l" t="t" r="r" b="b"/>
              <a:pathLst>
                <a:path w="3099827" h="1841066" extrusionOk="0">
                  <a:moveTo>
                    <a:pt x="0" y="0"/>
                  </a:moveTo>
                  <a:lnTo>
                    <a:pt x="3099827" y="0"/>
                  </a:lnTo>
                  <a:lnTo>
                    <a:pt x="3099827" y="1841066"/>
                  </a:lnTo>
                  <a:lnTo>
                    <a:pt x="0" y="1841066"/>
                  </a:lnTo>
                  <a:close/>
                </a:path>
              </a:pathLst>
            </a:custGeom>
            <a:solidFill>
              <a:srgbClr val="207EB5">
                <a:alpha val="86670"/>
              </a:srgbClr>
            </a:solidFill>
            <a:ln w="95250" cap="sq" cmpd="sng">
              <a:solidFill>
                <a:srgbClr val="000000">
                  <a:alpha val="8667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49" name="Google Shape;149;p12"/>
            <p:cNvSpPr txBox="1"/>
            <p:nvPr/>
          </p:nvSpPr>
          <p:spPr>
            <a:xfrm>
              <a:off x="0" y="-38100"/>
              <a:ext cx="3099900" cy="18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0" name="Google Shape;15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6500" y="1232345"/>
            <a:ext cx="3152875" cy="9832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50" y="2436325"/>
            <a:ext cx="3702924" cy="8422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CUSTOM_13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4" y="0"/>
            <a:ext cx="18288056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" name="Google Shape;154;p13"/>
          <p:cNvGrpSpPr/>
          <p:nvPr/>
        </p:nvGrpSpPr>
        <p:grpSpPr>
          <a:xfrm>
            <a:off x="-362825" y="2824682"/>
            <a:ext cx="19225223" cy="4919643"/>
            <a:chOff x="0" y="-38100"/>
            <a:chExt cx="5063400" cy="1295700"/>
          </a:xfrm>
        </p:grpSpPr>
        <p:sp>
          <p:nvSpPr>
            <p:cNvPr id="155" name="Google Shape;155;p13"/>
            <p:cNvSpPr/>
            <p:nvPr/>
          </p:nvSpPr>
          <p:spPr>
            <a:xfrm>
              <a:off x="0" y="0"/>
              <a:ext cx="5063258" cy="1257590"/>
            </a:xfrm>
            <a:custGeom>
              <a:avLst/>
              <a:gdLst/>
              <a:ahLst/>
              <a:cxnLst/>
              <a:rect l="l" t="t" r="r" b="b"/>
              <a:pathLst>
                <a:path w="5063258" h="1257590" extrusionOk="0">
                  <a:moveTo>
                    <a:pt x="0" y="0"/>
                  </a:moveTo>
                  <a:lnTo>
                    <a:pt x="5063258" y="0"/>
                  </a:lnTo>
                  <a:lnTo>
                    <a:pt x="5063258" y="1257590"/>
                  </a:lnTo>
                  <a:lnTo>
                    <a:pt x="0" y="1257590"/>
                  </a:lnTo>
                  <a:close/>
                </a:path>
              </a:pathLst>
            </a:custGeom>
            <a:solidFill>
              <a:srgbClr val="207EB5">
                <a:alpha val="86670"/>
              </a:srgbClr>
            </a:solidFill>
            <a:ln w="95250" cap="sq" cmpd="sng">
              <a:solidFill>
                <a:srgbClr val="000000">
                  <a:alpha val="8667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56" name="Google Shape;156;p13"/>
            <p:cNvSpPr txBox="1"/>
            <p:nvPr/>
          </p:nvSpPr>
          <p:spPr>
            <a:xfrm>
              <a:off x="0" y="-38100"/>
              <a:ext cx="5063400" cy="12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7" name="Google Shape;1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251" y="989063"/>
            <a:ext cx="3465100" cy="11616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6274" y="2178572"/>
            <a:ext cx="6559799" cy="923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A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slow">
    <p:cover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6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7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diagramData" Target="../diagrams/data5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1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6" Type="http://schemas.openxmlformats.org/officeDocument/2006/relationships/diagramColors" Target="../diagrams/colors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Relationship Id="rId14" Type="http://schemas.openxmlformats.org/officeDocument/2006/relationships/diagramLayout" Target="../diagrams/layout5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7.xml"/><Relationship Id="rId3" Type="http://schemas.openxmlformats.org/officeDocument/2006/relationships/image" Target="../media/image6.png"/><Relationship Id="rId7" Type="http://schemas.openxmlformats.org/officeDocument/2006/relationships/diagramLayout" Target="../diagrams/layou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7.xml"/><Relationship Id="rId5" Type="http://schemas.openxmlformats.org/officeDocument/2006/relationships/image" Target="../media/image10.png"/><Relationship Id="rId10" Type="http://schemas.microsoft.com/office/2007/relationships/diagramDrawing" Target="../diagrams/drawing7.xml"/><Relationship Id="rId4" Type="http://schemas.openxmlformats.org/officeDocument/2006/relationships/image" Target="../media/image9.png"/><Relationship Id="rId9" Type="http://schemas.openxmlformats.org/officeDocument/2006/relationships/diagramColors" Target="../diagrams/colors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10" Type="http://schemas.openxmlformats.org/officeDocument/2006/relationships/image" Target="../media/image13.png"/><Relationship Id="rId4" Type="http://schemas.openxmlformats.org/officeDocument/2006/relationships/diagramData" Target="../diagrams/data10.xml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4" y="0"/>
            <a:ext cx="18288056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15"/>
          <p:cNvGrpSpPr/>
          <p:nvPr/>
        </p:nvGrpSpPr>
        <p:grpSpPr>
          <a:xfrm>
            <a:off x="-514350" y="2280130"/>
            <a:ext cx="19263571" cy="5886764"/>
            <a:chOff x="0" y="-38100"/>
            <a:chExt cx="5073533" cy="1550423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5073533" cy="1512323"/>
            </a:xfrm>
            <a:custGeom>
              <a:avLst/>
              <a:gdLst/>
              <a:ahLst/>
              <a:cxnLst/>
              <a:rect l="l" t="t" r="r" b="b"/>
              <a:pathLst>
                <a:path w="5073533" h="1512323" extrusionOk="0">
                  <a:moveTo>
                    <a:pt x="0" y="0"/>
                  </a:moveTo>
                  <a:lnTo>
                    <a:pt x="5073533" y="0"/>
                  </a:lnTo>
                  <a:lnTo>
                    <a:pt x="5073533" y="1512323"/>
                  </a:lnTo>
                  <a:lnTo>
                    <a:pt x="0" y="1512323"/>
                  </a:lnTo>
                  <a:close/>
                </a:path>
              </a:pathLst>
            </a:custGeom>
            <a:solidFill>
              <a:srgbClr val="207EB5">
                <a:alpha val="86666"/>
              </a:srgbClr>
            </a:solidFill>
            <a:ln w="95250" cap="sq" cmpd="sng">
              <a:solidFill>
                <a:srgbClr val="000000">
                  <a:alpha val="86666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Google Shape;176;p15"/>
            <p:cNvSpPr txBox="1"/>
            <p:nvPr/>
          </p:nvSpPr>
          <p:spPr>
            <a:xfrm>
              <a:off x="0" y="-38100"/>
              <a:ext cx="5073533" cy="1550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 txBox="1"/>
          <p:nvPr/>
        </p:nvSpPr>
        <p:spPr>
          <a:xfrm>
            <a:off x="375199" y="3566285"/>
            <a:ext cx="8768801" cy="377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u="none" strike="noStrike" cap="none">
                <a:solidFill>
                  <a:srgbClr val="DCFAFF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Designing A Healthcare Information System For Clayton State University Health Services That Facilitates Access To Student Health Information With Student’s Consent</a:t>
            </a:r>
            <a:endParaRPr lang="en-US" sz="3400"/>
          </a:p>
        </p:txBody>
      </p:sp>
      <p:sp>
        <p:nvSpPr>
          <p:cNvPr id="178" name="Google Shape;178;p15"/>
          <p:cNvSpPr txBox="1"/>
          <p:nvPr/>
        </p:nvSpPr>
        <p:spPr>
          <a:xfrm>
            <a:off x="1028700" y="7773364"/>
            <a:ext cx="6595500" cy="151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14" b="0" i="0" u="none" strike="noStrike" cap="none">
                <a:solidFill>
                  <a:srgbClr val="DCFAFF"/>
                </a:solidFill>
                <a:latin typeface="Public Sans"/>
                <a:ea typeface="Public Sans"/>
                <a:cs typeface="Public Sans"/>
                <a:sym typeface="Public Sans"/>
              </a:rPr>
              <a:t>Special Project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375199" y="7587544"/>
            <a:ext cx="6595500" cy="37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By: Tychira Brown</a:t>
            </a:r>
            <a:endParaRPr/>
          </a:p>
        </p:txBody>
      </p:sp>
      <p:pic>
        <p:nvPicPr>
          <p:cNvPr id="180" name="Google Shape;1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80125" y="1485375"/>
            <a:ext cx="4232676" cy="843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91125" y="1104875"/>
            <a:ext cx="3889000" cy="884556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9;p15">
            <a:extLst>
              <a:ext uri="{FF2B5EF4-FFF2-40B4-BE49-F238E27FC236}">
                <a16:creationId xmlns:a16="http://schemas.microsoft.com/office/drawing/2014/main" id="{BE917795-869E-D6CF-C761-F17274DEF421}"/>
              </a:ext>
            </a:extLst>
          </p:cNvPr>
          <p:cNvSpPr txBox="1"/>
          <p:nvPr/>
        </p:nvSpPr>
        <p:spPr>
          <a:xfrm>
            <a:off x="1096301" y="9041127"/>
            <a:ext cx="6595500" cy="37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accent5">
                    <a:lumMod val="20000"/>
                    <a:lumOff val="80000"/>
                  </a:schemeClr>
                </a:solidFill>
                <a:latin typeface="Public Sans"/>
                <a:sym typeface="Public Sans"/>
              </a:rPr>
              <a:t>November 19, 2025</a:t>
            </a:r>
            <a:endParaRPr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A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16"/>
          <p:cNvGrpSpPr/>
          <p:nvPr/>
        </p:nvGrpSpPr>
        <p:grpSpPr>
          <a:xfrm>
            <a:off x="0" y="-144661"/>
            <a:ext cx="9660170" cy="10475341"/>
            <a:chOff x="0" y="-38100"/>
            <a:chExt cx="2544242" cy="2758938"/>
          </a:xfrm>
        </p:grpSpPr>
        <p:sp>
          <p:nvSpPr>
            <p:cNvPr id="187" name="Google Shape;187;p16"/>
            <p:cNvSpPr/>
            <p:nvPr/>
          </p:nvSpPr>
          <p:spPr>
            <a:xfrm>
              <a:off x="0" y="0"/>
              <a:ext cx="2544242" cy="2720838"/>
            </a:xfrm>
            <a:custGeom>
              <a:avLst/>
              <a:gdLst/>
              <a:ahLst/>
              <a:cxnLst/>
              <a:rect l="l" t="t" r="r" b="b"/>
              <a:pathLst>
                <a:path w="2544242" h="2720838" extrusionOk="0">
                  <a:moveTo>
                    <a:pt x="0" y="0"/>
                  </a:moveTo>
                  <a:lnTo>
                    <a:pt x="2544242" y="0"/>
                  </a:lnTo>
                  <a:lnTo>
                    <a:pt x="2544242" y="2720838"/>
                  </a:lnTo>
                  <a:lnTo>
                    <a:pt x="0" y="2720838"/>
                  </a:lnTo>
                  <a:close/>
                </a:path>
              </a:pathLst>
            </a:custGeom>
            <a:solidFill>
              <a:srgbClr val="E1E6F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Google Shape;188;p16"/>
            <p:cNvSpPr txBox="1"/>
            <p:nvPr/>
          </p:nvSpPr>
          <p:spPr>
            <a:xfrm>
              <a:off x="0" y="-38100"/>
              <a:ext cx="2544242" cy="2758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9" name="Google Shape;1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06312" y="4844625"/>
            <a:ext cx="11163900" cy="54423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85DE69C-5C28-47C0-0BAA-9EB5246FBF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217542"/>
              </p:ext>
            </p:extLst>
          </p:nvPr>
        </p:nvGraphicFramePr>
        <p:xfrm>
          <a:off x="10575340" y="2957384"/>
          <a:ext cx="6390672" cy="6837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05" name="Google Shape;205;p16"/>
          <p:cNvSpPr txBox="1"/>
          <p:nvPr/>
        </p:nvSpPr>
        <p:spPr>
          <a:xfrm>
            <a:off x="10575340" y="1125042"/>
            <a:ext cx="6390672" cy="1236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207EB5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CONTENTS</a:t>
            </a:r>
            <a:endParaRPr/>
          </a:p>
        </p:txBody>
      </p:sp>
      <p:pic>
        <p:nvPicPr>
          <p:cNvPr id="206" name="Google Shape;206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36824" y="581704"/>
            <a:ext cx="3386575" cy="9666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B4D4BDC-3F1D-4ED7-8781-1AF411BE92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9B4D4BDC-3F1D-4ED7-8781-1AF411BE92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BA3D0B6-9AF6-434A-B7EB-6E88E19A8A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graphicEl>
                                              <a:dgm id="{2BA3D0B6-9AF6-434A-B7EB-6E88E19A8A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A0BBE6C-A060-49C9-839F-ADA9F0E3BC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graphicEl>
                                              <a:dgm id="{CA0BBE6C-A060-49C9-839F-ADA9F0E3BC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E739F91-AD5B-4E87-8B45-36695945D1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graphicEl>
                                              <a:dgm id="{0E739F91-AD5B-4E87-8B45-36695945D1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3875268-1863-4CF7-BE27-CFC650AD66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graphicEl>
                                              <a:dgm id="{53875268-1863-4CF7-BE27-CFC650AD66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180BFAD-3103-4172-9356-F74C749517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graphicEl>
                                              <a:dgm id="{1180BFAD-3103-4172-9356-F74C749517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4B4F54C-801F-4B09-AA3D-A9F1DBAC47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graphicEl>
                                              <a:dgm id="{B4B4F54C-801F-4B09-AA3D-A9F1DBAC47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9F1BCB0-F7C2-418E-ADB2-C88E7BC35E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graphicEl>
                                              <a:dgm id="{29F1BCB0-F7C2-418E-ADB2-C88E7BC35E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AB237F8-211D-49E2-A9EC-A06C928E86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graphicEl>
                                              <a:dgm id="{5AB237F8-211D-49E2-A9EC-A06C928E863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3FCDA96-AA73-4146-9BB5-1B313A6958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graphicEl>
                                              <a:dgm id="{83FCDA96-AA73-4146-9BB5-1B313A6958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729E868-7F59-4655-802B-CA67AF9CA1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graphicEl>
                                              <a:dgm id="{1729E868-7F59-4655-802B-CA67AF9CA1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11CA31B-1B60-4EB3-AB17-C547F02C20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>
                                            <p:graphicEl>
                                              <a:dgm id="{211CA31B-1B60-4EB3-AB17-C547F02C20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2629B05-EB6F-47A8-9AF3-EAE90AF7B9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>
                                            <p:graphicEl>
                                              <a:dgm id="{22629B05-EB6F-47A8-9AF3-EAE90AF7B9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318C483-1E9C-4C4C-9A9A-0EA21FAD8C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graphicEl>
                                              <a:dgm id="{1318C483-1E9C-4C4C-9A9A-0EA21FAD8C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93E22B8-B3DC-4843-9FBB-F734200580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>
                                            <p:graphicEl>
                                              <a:dgm id="{D93E22B8-B3DC-4843-9FBB-F734200580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F3C4A6E-3B5E-4766-B0BC-E785AB7859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>
                                            <p:graphicEl>
                                              <a:dgm id="{0F3C4A6E-3B5E-4766-B0BC-E785AB7859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9998B7E-D048-408C-8D83-D3953B760A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>
                                            <p:graphicEl>
                                              <a:dgm id="{59998B7E-D048-408C-8D83-D3953B760A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1055A08-4AAB-4175-BA32-D9CD26BD40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>
                                            <p:graphicEl>
                                              <a:dgm id="{61055A08-4AAB-4175-BA32-D9CD26BD40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A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2625" y="1064550"/>
            <a:ext cx="5964626" cy="131208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18"/>
          <p:cNvGrpSpPr/>
          <p:nvPr/>
        </p:nvGrpSpPr>
        <p:grpSpPr>
          <a:xfrm>
            <a:off x="9144000" y="1064550"/>
            <a:ext cx="8472706" cy="8113627"/>
            <a:chOff x="0" y="-38100"/>
            <a:chExt cx="2231495" cy="2121102"/>
          </a:xfrm>
        </p:grpSpPr>
        <p:sp>
          <p:nvSpPr>
            <p:cNvPr id="268" name="Google Shape;268;p18"/>
            <p:cNvSpPr/>
            <p:nvPr/>
          </p:nvSpPr>
          <p:spPr>
            <a:xfrm>
              <a:off x="0" y="0"/>
              <a:ext cx="2231495" cy="2083002"/>
            </a:xfrm>
            <a:custGeom>
              <a:avLst/>
              <a:gdLst/>
              <a:ahLst/>
              <a:cxnLst/>
              <a:rect l="l" t="t" r="r" b="b"/>
              <a:pathLst>
                <a:path w="2231495" h="2083002" extrusionOk="0">
                  <a:moveTo>
                    <a:pt x="0" y="0"/>
                  </a:moveTo>
                  <a:lnTo>
                    <a:pt x="2231495" y="0"/>
                  </a:lnTo>
                  <a:lnTo>
                    <a:pt x="2231495" y="2083002"/>
                  </a:lnTo>
                  <a:lnTo>
                    <a:pt x="0" y="2083002"/>
                  </a:lnTo>
                  <a:close/>
                </a:path>
              </a:pathLst>
            </a:custGeom>
            <a:solidFill>
              <a:srgbClr val="207EB5">
                <a:alpha val="86666"/>
              </a:srgbClr>
            </a:solidFill>
            <a:ln w="95250" cap="sq" cmpd="sng">
              <a:solidFill>
                <a:srgbClr val="000000">
                  <a:alpha val="86666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Google Shape;269;p18"/>
            <p:cNvSpPr txBox="1"/>
            <p:nvPr/>
          </p:nvSpPr>
          <p:spPr>
            <a:xfrm>
              <a:off x="0" y="-38100"/>
              <a:ext cx="2231495" cy="21211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18"/>
          <p:cNvSpPr txBox="1"/>
          <p:nvPr/>
        </p:nvSpPr>
        <p:spPr>
          <a:xfrm>
            <a:off x="9614734" y="1182303"/>
            <a:ext cx="7531237" cy="1236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FFFFFF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INTRODUCTION</a:t>
            </a:r>
            <a:endParaRPr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F4F30F7-AF21-CDB3-F40A-D0B6D27845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8034076"/>
              </p:ext>
            </p:extLst>
          </p:nvPr>
        </p:nvGraphicFramePr>
        <p:xfrm>
          <a:off x="9614733" y="2713341"/>
          <a:ext cx="7531237" cy="6170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A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20"/>
          <p:cNvGrpSpPr/>
          <p:nvPr/>
        </p:nvGrpSpPr>
        <p:grpSpPr>
          <a:xfrm>
            <a:off x="605653" y="2532289"/>
            <a:ext cx="5514146" cy="6255794"/>
            <a:chOff x="0" y="0"/>
            <a:chExt cx="958754" cy="1652117"/>
          </a:xfrm>
        </p:grpSpPr>
        <p:sp>
          <p:nvSpPr>
            <p:cNvPr id="297" name="Google Shape;297;p20"/>
            <p:cNvSpPr/>
            <p:nvPr/>
          </p:nvSpPr>
          <p:spPr>
            <a:xfrm>
              <a:off x="0" y="0"/>
              <a:ext cx="958754" cy="1652117"/>
            </a:xfrm>
            <a:custGeom>
              <a:avLst/>
              <a:gdLst/>
              <a:ahLst/>
              <a:cxnLst/>
              <a:rect l="l" t="t" r="r" b="b"/>
              <a:pathLst>
                <a:path w="958754" h="1652117" extrusionOk="0">
                  <a:moveTo>
                    <a:pt x="479377" y="0"/>
                  </a:moveTo>
                  <a:lnTo>
                    <a:pt x="958754" y="1652117"/>
                  </a:lnTo>
                  <a:lnTo>
                    <a:pt x="0" y="1652117"/>
                  </a:lnTo>
                  <a:lnTo>
                    <a:pt x="479377" y="0"/>
                  </a:lnTo>
                  <a:close/>
                </a:path>
              </a:pathLst>
            </a:custGeom>
            <a:solidFill>
              <a:srgbClr val="207EB5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Google Shape;298;p20"/>
            <p:cNvSpPr txBox="1"/>
            <p:nvPr/>
          </p:nvSpPr>
          <p:spPr>
            <a:xfrm>
              <a:off x="149805" y="728954"/>
              <a:ext cx="659143" cy="8051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7" name="Google Shape;287;p20"/>
          <p:cNvCxnSpPr>
            <a:cxnSpLocks/>
            <a:endCxn id="313" idx="1"/>
          </p:cNvCxnSpPr>
          <p:nvPr/>
        </p:nvCxnSpPr>
        <p:spPr>
          <a:xfrm flipV="1">
            <a:off x="-270922" y="2374575"/>
            <a:ext cx="3320499" cy="2255840"/>
          </a:xfrm>
          <a:prstGeom prst="straightConnector1">
            <a:avLst/>
          </a:prstGeom>
          <a:noFill/>
          <a:ln w="95250" cap="flat" cmpd="sng">
            <a:solidFill>
              <a:srgbClr val="B6B5B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8" name="Google Shape;288;p20"/>
          <p:cNvCxnSpPr>
            <a:cxnSpLocks/>
            <a:stCxn id="316" idx="1"/>
            <a:endCxn id="313" idx="3"/>
          </p:cNvCxnSpPr>
          <p:nvPr/>
        </p:nvCxnSpPr>
        <p:spPr>
          <a:xfrm flipH="1" flipV="1">
            <a:off x="3582133" y="2374575"/>
            <a:ext cx="5171400" cy="1680153"/>
          </a:xfrm>
          <a:prstGeom prst="straightConnector1">
            <a:avLst/>
          </a:prstGeom>
          <a:noFill/>
          <a:ln w="95250" cap="flat" cmpd="sng">
            <a:solidFill>
              <a:srgbClr val="B6B5B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9" name="Google Shape;289;p20"/>
          <p:cNvCxnSpPr>
            <a:cxnSpLocks/>
            <a:stCxn id="319" idx="1"/>
            <a:endCxn id="316" idx="3"/>
          </p:cNvCxnSpPr>
          <p:nvPr/>
        </p:nvCxnSpPr>
        <p:spPr>
          <a:xfrm flipH="1">
            <a:off x="9286089" y="2870750"/>
            <a:ext cx="5302281" cy="1183978"/>
          </a:xfrm>
          <a:prstGeom prst="straightConnector1">
            <a:avLst/>
          </a:prstGeom>
          <a:noFill/>
          <a:ln w="95250" cap="flat" cmpd="sng">
            <a:solidFill>
              <a:srgbClr val="B6B5B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0" name="Google Shape;290;p20"/>
          <p:cNvCxnSpPr>
            <a:cxnSpLocks/>
            <a:endCxn id="319" idx="3"/>
          </p:cNvCxnSpPr>
          <p:nvPr/>
        </p:nvCxnSpPr>
        <p:spPr>
          <a:xfrm flipH="1" flipV="1">
            <a:off x="15120926" y="2870750"/>
            <a:ext cx="3957649" cy="1390635"/>
          </a:xfrm>
          <a:prstGeom prst="straightConnector1">
            <a:avLst/>
          </a:prstGeom>
          <a:noFill/>
          <a:ln w="95250" cap="flat" cmpd="sng">
            <a:solidFill>
              <a:srgbClr val="B6B5B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99" name="Google Shape;299;p20"/>
          <p:cNvGrpSpPr/>
          <p:nvPr/>
        </p:nvGrpSpPr>
        <p:grpSpPr>
          <a:xfrm>
            <a:off x="5869460" y="4261385"/>
            <a:ext cx="6322540" cy="4044084"/>
            <a:chOff x="0" y="0"/>
            <a:chExt cx="958754" cy="1082739"/>
          </a:xfrm>
        </p:grpSpPr>
        <p:sp>
          <p:nvSpPr>
            <p:cNvPr id="300" name="Google Shape;300;p20"/>
            <p:cNvSpPr/>
            <p:nvPr/>
          </p:nvSpPr>
          <p:spPr>
            <a:xfrm>
              <a:off x="0" y="0"/>
              <a:ext cx="958754" cy="1082739"/>
            </a:xfrm>
            <a:custGeom>
              <a:avLst/>
              <a:gdLst/>
              <a:ahLst/>
              <a:cxnLst/>
              <a:rect l="l" t="t" r="r" b="b"/>
              <a:pathLst>
                <a:path w="958754" h="1082739" extrusionOk="0">
                  <a:moveTo>
                    <a:pt x="479377" y="0"/>
                  </a:moveTo>
                  <a:lnTo>
                    <a:pt x="958754" y="1082739"/>
                  </a:lnTo>
                  <a:lnTo>
                    <a:pt x="0" y="1082739"/>
                  </a:lnTo>
                  <a:lnTo>
                    <a:pt x="479377" y="0"/>
                  </a:lnTo>
                  <a:close/>
                </a:path>
              </a:pathLst>
            </a:custGeom>
            <a:solidFill>
              <a:srgbClr val="5986E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1" name="Google Shape;301;p20"/>
            <p:cNvSpPr txBox="1"/>
            <p:nvPr/>
          </p:nvSpPr>
          <p:spPr>
            <a:xfrm>
              <a:off x="149805" y="464600"/>
              <a:ext cx="659143" cy="54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20"/>
          <p:cNvGrpSpPr/>
          <p:nvPr/>
        </p:nvGrpSpPr>
        <p:grpSpPr>
          <a:xfrm>
            <a:off x="12097579" y="3014902"/>
            <a:ext cx="5514146" cy="5290568"/>
            <a:chOff x="0" y="0"/>
            <a:chExt cx="958754" cy="1458549"/>
          </a:xfrm>
        </p:grpSpPr>
        <p:sp>
          <p:nvSpPr>
            <p:cNvPr id="303" name="Google Shape;303;p20"/>
            <p:cNvSpPr/>
            <p:nvPr/>
          </p:nvSpPr>
          <p:spPr>
            <a:xfrm>
              <a:off x="0" y="0"/>
              <a:ext cx="958754" cy="1458549"/>
            </a:xfrm>
            <a:custGeom>
              <a:avLst/>
              <a:gdLst/>
              <a:ahLst/>
              <a:cxnLst/>
              <a:rect l="l" t="t" r="r" b="b"/>
              <a:pathLst>
                <a:path w="958754" h="1458549" extrusionOk="0">
                  <a:moveTo>
                    <a:pt x="479377" y="0"/>
                  </a:moveTo>
                  <a:lnTo>
                    <a:pt x="958754" y="1458549"/>
                  </a:lnTo>
                  <a:lnTo>
                    <a:pt x="0" y="1458549"/>
                  </a:lnTo>
                  <a:lnTo>
                    <a:pt x="479377" y="0"/>
                  </a:lnTo>
                  <a:close/>
                </a:path>
              </a:pathLst>
            </a:custGeom>
            <a:solidFill>
              <a:srgbClr val="A5B4ED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Google Shape;304;p20"/>
            <p:cNvSpPr txBox="1"/>
            <p:nvPr/>
          </p:nvSpPr>
          <p:spPr>
            <a:xfrm>
              <a:off x="149805" y="639084"/>
              <a:ext cx="659143" cy="7152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20"/>
          <p:cNvGrpSpPr/>
          <p:nvPr/>
        </p:nvGrpSpPr>
        <p:grpSpPr>
          <a:xfrm>
            <a:off x="2988128" y="2062210"/>
            <a:ext cx="655454" cy="655454"/>
            <a:chOff x="0" y="0"/>
            <a:chExt cx="812800" cy="812800"/>
          </a:xfrm>
        </p:grpSpPr>
        <p:sp>
          <p:nvSpPr>
            <p:cNvPr id="312" name="Google Shape;312;p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7E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" name="Google Shape;314;p20"/>
          <p:cNvGrpSpPr/>
          <p:nvPr/>
        </p:nvGrpSpPr>
        <p:grpSpPr>
          <a:xfrm>
            <a:off x="8692084" y="3742363"/>
            <a:ext cx="655454" cy="655454"/>
            <a:chOff x="0" y="0"/>
            <a:chExt cx="812800" cy="812800"/>
          </a:xfrm>
        </p:grpSpPr>
        <p:sp>
          <p:nvSpPr>
            <p:cNvPr id="315" name="Google Shape;315;p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86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20"/>
          <p:cNvGrpSpPr/>
          <p:nvPr/>
        </p:nvGrpSpPr>
        <p:grpSpPr>
          <a:xfrm>
            <a:off x="14526921" y="2558385"/>
            <a:ext cx="655454" cy="655454"/>
            <a:chOff x="0" y="0"/>
            <a:chExt cx="812800" cy="812800"/>
          </a:xfrm>
        </p:grpSpPr>
        <p:sp>
          <p:nvSpPr>
            <p:cNvPr id="318" name="Google Shape;318;p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B4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20"/>
          <p:cNvGrpSpPr/>
          <p:nvPr/>
        </p:nvGrpSpPr>
        <p:grpSpPr>
          <a:xfrm>
            <a:off x="-555939" y="8164568"/>
            <a:ext cx="19177502" cy="2122432"/>
            <a:chOff x="0" y="-38100"/>
            <a:chExt cx="5050865" cy="558994"/>
          </a:xfrm>
        </p:grpSpPr>
        <p:sp>
          <p:nvSpPr>
            <p:cNvPr id="324" name="Google Shape;324;p20"/>
            <p:cNvSpPr/>
            <p:nvPr/>
          </p:nvSpPr>
          <p:spPr>
            <a:xfrm>
              <a:off x="0" y="0"/>
              <a:ext cx="5050865" cy="520894"/>
            </a:xfrm>
            <a:custGeom>
              <a:avLst/>
              <a:gdLst/>
              <a:ahLst/>
              <a:cxnLst/>
              <a:rect l="l" t="t" r="r" b="b"/>
              <a:pathLst>
                <a:path w="5050865" h="520894" extrusionOk="0">
                  <a:moveTo>
                    <a:pt x="0" y="0"/>
                  </a:moveTo>
                  <a:lnTo>
                    <a:pt x="5050865" y="0"/>
                  </a:lnTo>
                  <a:lnTo>
                    <a:pt x="5050865" y="520894"/>
                  </a:lnTo>
                  <a:lnTo>
                    <a:pt x="0" y="520894"/>
                  </a:lnTo>
                  <a:close/>
                </a:path>
              </a:pathLst>
            </a:custGeom>
            <a:solidFill>
              <a:srgbClr val="FFFFFF"/>
            </a:solidFill>
            <a:ln w="952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5" name="Google Shape;325;p20"/>
            <p:cNvSpPr txBox="1"/>
            <p:nvPr/>
          </p:nvSpPr>
          <p:spPr>
            <a:xfrm>
              <a:off x="0" y="-38100"/>
              <a:ext cx="5050865" cy="5589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8C965D1-23C5-154A-1A47-FF27B85FF3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3755307"/>
              </p:ext>
            </p:extLst>
          </p:nvPr>
        </p:nvGraphicFramePr>
        <p:xfrm>
          <a:off x="1942106" y="4562595"/>
          <a:ext cx="2830344" cy="3590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6" name="Google Shape;336;p20"/>
          <p:cNvSpPr txBox="1"/>
          <p:nvPr/>
        </p:nvSpPr>
        <p:spPr>
          <a:xfrm>
            <a:off x="1585174" y="8392612"/>
            <a:ext cx="14336717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en-US" sz="6000">
                <a:solidFill>
                  <a:schemeClr val="accent5">
                    <a:lumMod val="75000"/>
                  </a:schemeClr>
                </a:solidFill>
                <a:latin typeface="Public Sans Black" panose="020B0604020202020204" charset="0"/>
              </a:rPr>
              <a:t>BACKGROUND &amp; PROBLEM STATEMENT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0956F7E1-021D-C534-7B43-4C060B4703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2647773"/>
              </p:ext>
            </p:extLst>
          </p:nvPr>
        </p:nvGraphicFramePr>
        <p:xfrm>
          <a:off x="7088659" y="5598886"/>
          <a:ext cx="4040059" cy="295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7300C60-DCB2-BC31-0B32-4AD2A3C05B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1290706"/>
              </p:ext>
            </p:extLst>
          </p:nvPr>
        </p:nvGraphicFramePr>
        <p:xfrm>
          <a:off x="12922011" y="5245533"/>
          <a:ext cx="4040059" cy="3237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A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4" y="0"/>
            <a:ext cx="18288056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" name="Google Shape;277;p19"/>
          <p:cNvGrpSpPr/>
          <p:nvPr/>
        </p:nvGrpSpPr>
        <p:grpSpPr>
          <a:xfrm>
            <a:off x="-362825" y="3407233"/>
            <a:ext cx="19224557" cy="4337022"/>
            <a:chOff x="0" y="-38100"/>
            <a:chExt cx="5063258" cy="1142261"/>
          </a:xfrm>
        </p:grpSpPr>
        <p:sp>
          <p:nvSpPr>
            <p:cNvPr id="278" name="Google Shape;278;p19"/>
            <p:cNvSpPr/>
            <p:nvPr/>
          </p:nvSpPr>
          <p:spPr>
            <a:xfrm>
              <a:off x="0" y="0"/>
              <a:ext cx="5063258" cy="1104161"/>
            </a:xfrm>
            <a:custGeom>
              <a:avLst/>
              <a:gdLst/>
              <a:ahLst/>
              <a:cxnLst/>
              <a:rect l="l" t="t" r="r" b="b"/>
              <a:pathLst>
                <a:path w="5063258" h="1104161" extrusionOk="0">
                  <a:moveTo>
                    <a:pt x="0" y="0"/>
                  </a:moveTo>
                  <a:lnTo>
                    <a:pt x="5063258" y="0"/>
                  </a:lnTo>
                  <a:lnTo>
                    <a:pt x="5063258" y="1104161"/>
                  </a:lnTo>
                  <a:lnTo>
                    <a:pt x="0" y="1104161"/>
                  </a:lnTo>
                  <a:close/>
                </a:path>
              </a:pathLst>
            </a:custGeom>
            <a:solidFill>
              <a:srgbClr val="207EB5">
                <a:alpha val="86666"/>
              </a:srgbClr>
            </a:solidFill>
            <a:ln w="95250" cap="sq" cmpd="sng">
              <a:solidFill>
                <a:srgbClr val="000000">
                  <a:alpha val="86666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9" name="Google Shape;279;p19"/>
            <p:cNvSpPr txBox="1"/>
            <p:nvPr/>
          </p:nvSpPr>
          <p:spPr>
            <a:xfrm>
              <a:off x="0" y="-38100"/>
              <a:ext cx="5063258" cy="11422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19"/>
          <p:cNvSpPr txBox="1"/>
          <p:nvPr/>
        </p:nvSpPr>
        <p:spPr>
          <a:xfrm>
            <a:off x="1067520" y="1449289"/>
            <a:ext cx="12606291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chemeClr val="accent5">
                    <a:lumMod val="75000"/>
                  </a:schemeClr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RESEARCH OBJECTIVES &amp; </a:t>
            </a:r>
            <a:r>
              <a:rPr lang="en-US" sz="6000" i="0" u="none" strike="noStrike" cap="none">
                <a:solidFill>
                  <a:schemeClr val="accent5">
                    <a:lumMod val="75000"/>
                  </a:schemeClr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QUESTION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6F09886-B607-C3EF-961D-9C12179BB0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0336375"/>
              </p:ext>
            </p:extLst>
          </p:nvPr>
        </p:nvGraphicFramePr>
        <p:xfrm>
          <a:off x="1186082" y="3634749"/>
          <a:ext cx="11090618" cy="3942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82" name="Google Shape;282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276700" y="414675"/>
            <a:ext cx="4490876" cy="16023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A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2" name="Google Shape;342;p21"/>
          <p:cNvGrpSpPr/>
          <p:nvPr/>
        </p:nvGrpSpPr>
        <p:grpSpPr>
          <a:xfrm>
            <a:off x="-1326" y="927830"/>
            <a:ext cx="11769654" cy="8300061"/>
            <a:chOff x="0" y="-38100"/>
            <a:chExt cx="3099827" cy="2186024"/>
          </a:xfrm>
        </p:grpSpPr>
        <p:sp>
          <p:nvSpPr>
            <p:cNvPr id="343" name="Google Shape;343;p21"/>
            <p:cNvSpPr/>
            <p:nvPr/>
          </p:nvSpPr>
          <p:spPr>
            <a:xfrm>
              <a:off x="0" y="0"/>
              <a:ext cx="3099827" cy="2147924"/>
            </a:xfrm>
            <a:custGeom>
              <a:avLst/>
              <a:gdLst/>
              <a:ahLst/>
              <a:cxnLst/>
              <a:rect l="l" t="t" r="r" b="b"/>
              <a:pathLst>
                <a:path w="3099827" h="2147924" extrusionOk="0">
                  <a:moveTo>
                    <a:pt x="0" y="0"/>
                  </a:moveTo>
                  <a:lnTo>
                    <a:pt x="3099827" y="0"/>
                  </a:lnTo>
                  <a:lnTo>
                    <a:pt x="3099827" y="2147924"/>
                  </a:lnTo>
                  <a:lnTo>
                    <a:pt x="0" y="2147924"/>
                  </a:lnTo>
                  <a:close/>
                </a:path>
              </a:pathLst>
            </a:custGeom>
            <a:solidFill>
              <a:srgbClr val="207EB5">
                <a:alpha val="86666"/>
              </a:srgbClr>
            </a:solidFill>
            <a:ln w="95250" cap="sq" cmpd="sng">
              <a:solidFill>
                <a:srgbClr val="000000">
                  <a:alpha val="86666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Google Shape;344;p21"/>
            <p:cNvSpPr txBox="1"/>
            <p:nvPr/>
          </p:nvSpPr>
          <p:spPr>
            <a:xfrm>
              <a:off x="0" y="-38100"/>
              <a:ext cx="3099827" cy="2186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" name="Google Shape;348;p21"/>
          <p:cNvSpPr txBox="1"/>
          <p:nvPr/>
        </p:nvSpPr>
        <p:spPr>
          <a:xfrm>
            <a:off x="458290" y="1213447"/>
            <a:ext cx="10289823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RESEARCH METHOD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6000"/>
          </a:p>
        </p:txBody>
      </p:sp>
      <p:pic>
        <p:nvPicPr>
          <p:cNvPr id="382" name="Google Shape;38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42726" y="2905599"/>
            <a:ext cx="2735325" cy="8272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31090" y="921150"/>
            <a:ext cx="3298620" cy="102870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D218FE3-0423-0D26-0920-C8DED2689F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0568415"/>
              </p:ext>
            </p:extLst>
          </p:nvPr>
        </p:nvGraphicFramePr>
        <p:xfrm>
          <a:off x="458289" y="2313830"/>
          <a:ext cx="10289823" cy="6329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FF48EE-F007-383A-ECF7-886F763C4B0F}"/>
              </a:ext>
            </a:extLst>
          </p:cNvPr>
          <p:cNvSpPr txBox="1"/>
          <p:nvPr/>
        </p:nvSpPr>
        <p:spPr>
          <a:xfrm>
            <a:off x="537306" y="3258250"/>
            <a:ext cx="7437111" cy="34163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>
                <a:solidFill>
                  <a:schemeClr val="accent5">
                    <a:lumMod val="75000"/>
                  </a:schemeClr>
                </a:solidFill>
                <a:latin typeface="Public Sans Black" panose="020B0604020202020204" charset="0"/>
              </a:rPr>
              <a:t>SYSTEM ARCHITECTURE &amp; DESIGN</a:t>
            </a:r>
          </a:p>
        </p:txBody>
      </p:sp>
      <p:pic>
        <p:nvPicPr>
          <p:cNvPr id="7" name="Picture 6" descr="A questionnaire with text&#10;&#10;AI-generated content may be incorrect.">
            <a:extLst>
              <a:ext uri="{FF2B5EF4-FFF2-40B4-BE49-F238E27FC236}">
                <a16:creationId xmlns:a16="http://schemas.microsoft.com/office/drawing/2014/main" id="{714F79E0-B76C-7AAB-E588-F61F6E003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4338" y="946667"/>
            <a:ext cx="8720995" cy="78309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3B6752-72E7-C4EB-1F5B-ECE50407A348}"/>
              </a:ext>
            </a:extLst>
          </p:cNvPr>
          <p:cNvSpPr txBox="1"/>
          <p:nvPr/>
        </p:nvSpPr>
        <p:spPr>
          <a:xfrm>
            <a:off x="9420447" y="9086671"/>
            <a:ext cx="8867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>
                <a:solidFill>
                  <a:schemeClr val="accent4">
                    <a:lumMod val="40000"/>
                    <a:lumOff val="60000"/>
                  </a:schemeClr>
                </a:solidFill>
              </a:rPr>
              <a:t>Interview Questions</a:t>
            </a:r>
          </a:p>
        </p:txBody>
      </p:sp>
    </p:spTree>
    <p:extLst>
      <p:ext uri="{BB962C8B-B14F-4D97-AF65-F5344CB8AC3E}">
        <p14:creationId xmlns:p14="http://schemas.microsoft.com/office/powerpoint/2010/main" val="750632199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AFF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23"/>
          <p:cNvGrpSpPr/>
          <p:nvPr/>
        </p:nvGrpSpPr>
        <p:grpSpPr>
          <a:xfrm>
            <a:off x="1028700" y="2856965"/>
            <a:ext cx="16230600" cy="6898141"/>
            <a:chOff x="0" y="0"/>
            <a:chExt cx="4274726" cy="1816794"/>
          </a:xfrm>
        </p:grpSpPr>
        <p:sp>
          <p:nvSpPr>
            <p:cNvPr id="405" name="Google Shape;405;p23"/>
            <p:cNvSpPr/>
            <p:nvPr/>
          </p:nvSpPr>
          <p:spPr>
            <a:xfrm>
              <a:off x="0" y="0"/>
              <a:ext cx="4274726" cy="1816794"/>
            </a:xfrm>
            <a:custGeom>
              <a:avLst/>
              <a:gdLst/>
              <a:ahLst/>
              <a:cxnLst/>
              <a:rect l="l" t="t" r="r" b="b"/>
              <a:pathLst>
                <a:path w="4274726" h="1816794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816794"/>
                  </a:lnTo>
                  <a:lnTo>
                    <a:pt x="0" y="1816794"/>
                  </a:lnTo>
                  <a:close/>
                </a:path>
              </a:pathLst>
            </a:custGeom>
            <a:solidFill>
              <a:srgbClr val="FFFFFF"/>
            </a:solidFill>
            <a:ln w="762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6" name="Google Shape;406;p23"/>
            <p:cNvSpPr txBox="1"/>
            <p:nvPr/>
          </p:nvSpPr>
          <p:spPr>
            <a:xfrm>
              <a:off x="0" y="0"/>
              <a:ext cx="4274726" cy="18167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1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p23"/>
          <p:cNvGrpSpPr/>
          <p:nvPr/>
        </p:nvGrpSpPr>
        <p:grpSpPr>
          <a:xfrm>
            <a:off x="2058316" y="3939584"/>
            <a:ext cx="1899162" cy="1899162"/>
            <a:chOff x="0" y="0"/>
            <a:chExt cx="2532215" cy="2532215"/>
          </a:xfrm>
        </p:grpSpPr>
        <p:grpSp>
          <p:nvGrpSpPr>
            <p:cNvPr id="410" name="Google Shape;410;p23"/>
            <p:cNvGrpSpPr/>
            <p:nvPr/>
          </p:nvGrpSpPr>
          <p:grpSpPr>
            <a:xfrm>
              <a:off x="770305" y="770305"/>
              <a:ext cx="991605" cy="991605"/>
              <a:chOff x="0" y="0"/>
              <a:chExt cx="812800" cy="812800"/>
            </a:xfrm>
          </p:grpSpPr>
          <p:sp>
            <p:nvSpPr>
              <p:cNvPr id="411" name="Google Shape;411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207EB5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" name="Google Shape;412;p23"/>
              <p:cNvSpPr txBox="1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3" name="Google Shape;413;p23"/>
            <p:cNvGrpSpPr/>
            <p:nvPr/>
          </p:nvGrpSpPr>
          <p:grpSpPr>
            <a:xfrm>
              <a:off x="0" y="0"/>
              <a:ext cx="2532215" cy="2532215"/>
              <a:chOff x="0" y="0"/>
              <a:chExt cx="812800" cy="812800"/>
            </a:xfrm>
          </p:grpSpPr>
          <p:sp>
            <p:nvSpPr>
              <p:cNvPr id="414" name="Google Shape;414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0" cap="sq" cmpd="sng">
                <a:solidFill>
                  <a:srgbClr val="207EB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0" name="Google Shape;420;p23"/>
          <p:cNvSpPr txBox="1"/>
          <p:nvPr/>
        </p:nvSpPr>
        <p:spPr>
          <a:xfrm>
            <a:off x="2282024" y="1537173"/>
            <a:ext cx="13723951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207EB5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FUNCTIONAL REQUIREMENTS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422" name="Google Shape;422;p23"/>
          <p:cNvSpPr txBox="1"/>
          <p:nvPr/>
        </p:nvSpPr>
        <p:spPr>
          <a:xfrm>
            <a:off x="4248797" y="3674535"/>
            <a:ext cx="4824644" cy="229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User Authentication and Roles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All users, including students, staff, and administrators, must authenticate through secure logins with role-based access controls.</a:t>
            </a:r>
            <a:endParaRPr/>
          </a:p>
        </p:txBody>
      </p:sp>
      <p:grpSp>
        <p:nvGrpSpPr>
          <p:cNvPr id="423" name="Google Shape;423;p23"/>
          <p:cNvGrpSpPr/>
          <p:nvPr/>
        </p:nvGrpSpPr>
        <p:grpSpPr>
          <a:xfrm>
            <a:off x="4388947" y="6397704"/>
            <a:ext cx="1694430" cy="1694430"/>
            <a:chOff x="0" y="0"/>
            <a:chExt cx="2259239" cy="2259239"/>
          </a:xfrm>
        </p:grpSpPr>
        <p:grpSp>
          <p:nvGrpSpPr>
            <p:cNvPr id="424" name="Google Shape;424;p23"/>
            <p:cNvGrpSpPr/>
            <p:nvPr/>
          </p:nvGrpSpPr>
          <p:grpSpPr>
            <a:xfrm>
              <a:off x="687265" y="687265"/>
              <a:ext cx="884709" cy="884709"/>
              <a:chOff x="0" y="0"/>
              <a:chExt cx="812800" cy="812800"/>
            </a:xfrm>
          </p:grpSpPr>
          <p:sp>
            <p:nvSpPr>
              <p:cNvPr id="425" name="Google Shape;425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A5B4ED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Google Shape;426;p23"/>
              <p:cNvSpPr txBox="1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7" name="Google Shape;427;p23"/>
            <p:cNvGrpSpPr/>
            <p:nvPr/>
          </p:nvGrpSpPr>
          <p:grpSpPr>
            <a:xfrm>
              <a:off x="0" y="0"/>
              <a:ext cx="2259239" cy="2259239"/>
              <a:chOff x="0" y="0"/>
              <a:chExt cx="812800" cy="812800"/>
            </a:xfrm>
          </p:grpSpPr>
          <p:sp>
            <p:nvSpPr>
              <p:cNvPr id="428" name="Google Shape;428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0" cap="sq" cmpd="sng">
                <a:solidFill>
                  <a:srgbClr val="A5B4E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0" name="Google Shape;430;p23"/>
          <p:cNvSpPr txBox="1"/>
          <p:nvPr/>
        </p:nvSpPr>
        <p:spPr>
          <a:xfrm>
            <a:off x="6355028" y="6579489"/>
            <a:ext cx="5114135" cy="192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Automated Data Retrieval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Authorized staff can request and retrieve validated immunization data directly from GRITS through a secure interface.</a:t>
            </a:r>
            <a:endParaRPr/>
          </a:p>
        </p:txBody>
      </p:sp>
      <p:grpSp>
        <p:nvGrpSpPr>
          <p:cNvPr id="431" name="Google Shape;431;p23"/>
          <p:cNvGrpSpPr/>
          <p:nvPr/>
        </p:nvGrpSpPr>
        <p:grpSpPr>
          <a:xfrm>
            <a:off x="9281219" y="3764392"/>
            <a:ext cx="2074355" cy="2074355"/>
            <a:chOff x="0" y="0"/>
            <a:chExt cx="2765805" cy="2765805"/>
          </a:xfrm>
        </p:grpSpPr>
        <p:grpSp>
          <p:nvGrpSpPr>
            <p:cNvPr id="432" name="Google Shape;432;p23"/>
            <p:cNvGrpSpPr/>
            <p:nvPr/>
          </p:nvGrpSpPr>
          <p:grpSpPr>
            <a:xfrm>
              <a:off x="841363" y="841363"/>
              <a:ext cx="1083078" cy="1083078"/>
              <a:chOff x="0" y="0"/>
              <a:chExt cx="812800" cy="812800"/>
            </a:xfrm>
          </p:grpSpPr>
          <p:sp>
            <p:nvSpPr>
              <p:cNvPr id="433" name="Google Shape;433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A5B4ED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Google Shape;434;p23"/>
              <p:cNvSpPr txBox="1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5" name="Google Shape;435;p23"/>
            <p:cNvGrpSpPr/>
            <p:nvPr/>
          </p:nvGrpSpPr>
          <p:grpSpPr>
            <a:xfrm>
              <a:off x="0" y="0"/>
              <a:ext cx="2765805" cy="2765805"/>
              <a:chOff x="0" y="0"/>
              <a:chExt cx="812800" cy="812800"/>
            </a:xfrm>
          </p:grpSpPr>
          <p:sp>
            <p:nvSpPr>
              <p:cNvPr id="436" name="Google Shape;436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0" cap="sq" cmpd="sng">
                <a:solidFill>
                  <a:srgbClr val="A5B4E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8" name="Google Shape;438;p23"/>
          <p:cNvSpPr txBox="1"/>
          <p:nvPr/>
        </p:nvSpPr>
        <p:spPr>
          <a:xfrm>
            <a:off x="11597655" y="3287419"/>
            <a:ext cx="5572523" cy="229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Electronic Consent Management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Students can submit, manage, and revoke consent forms electronically, authorizing data sharing between GRITS, Atrium Health, and the university.</a:t>
            </a:r>
            <a:endParaRPr/>
          </a:p>
        </p:txBody>
      </p:sp>
      <p:grpSp>
        <p:nvGrpSpPr>
          <p:cNvPr id="439" name="Google Shape;439;p23"/>
          <p:cNvGrpSpPr/>
          <p:nvPr/>
        </p:nvGrpSpPr>
        <p:grpSpPr>
          <a:xfrm>
            <a:off x="11469163" y="5954121"/>
            <a:ext cx="1290798" cy="1290798"/>
            <a:chOff x="0" y="0"/>
            <a:chExt cx="1721063" cy="1721063"/>
          </a:xfrm>
        </p:grpSpPr>
        <p:grpSp>
          <p:nvGrpSpPr>
            <p:cNvPr id="440" name="Google Shape;440;p23"/>
            <p:cNvGrpSpPr/>
            <p:nvPr/>
          </p:nvGrpSpPr>
          <p:grpSpPr>
            <a:xfrm>
              <a:off x="523551" y="523551"/>
              <a:ext cx="673961" cy="673961"/>
              <a:chOff x="0" y="0"/>
              <a:chExt cx="812800" cy="812800"/>
            </a:xfrm>
          </p:grpSpPr>
          <p:sp>
            <p:nvSpPr>
              <p:cNvPr id="441" name="Google Shape;441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A5B4ED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" name="Google Shape;442;p23"/>
              <p:cNvSpPr txBox="1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3" name="Google Shape;443;p23"/>
            <p:cNvGrpSpPr/>
            <p:nvPr/>
          </p:nvGrpSpPr>
          <p:grpSpPr>
            <a:xfrm>
              <a:off x="0" y="0"/>
              <a:ext cx="1721063" cy="1721063"/>
              <a:chOff x="0" y="0"/>
              <a:chExt cx="812800" cy="812800"/>
            </a:xfrm>
          </p:grpSpPr>
          <p:sp>
            <p:nvSpPr>
              <p:cNvPr id="444" name="Google Shape;444;p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0" cap="sq" cmpd="sng">
                <a:solidFill>
                  <a:srgbClr val="A5B4E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6" name="Google Shape;446;p23"/>
          <p:cNvSpPr txBox="1"/>
          <p:nvPr/>
        </p:nvSpPr>
        <p:spPr>
          <a:xfrm>
            <a:off x="13031612" y="5838746"/>
            <a:ext cx="4227688" cy="192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Real-Time Data Linking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When consent is confirmed, GRITS data is automatically linked to the student’s record in the Atrium Health system.</a:t>
            </a:r>
            <a:endParaRPr/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2BC03-216C-93E2-2AFC-6A6F0FA54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92281-6C97-A530-25FC-0F91D22C7166}"/>
              </a:ext>
            </a:extLst>
          </p:cNvPr>
          <p:cNvSpPr txBox="1"/>
          <p:nvPr/>
        </p:nvSpPr>
        <p:spPr>
          <a:xfrm>
            <a:off x="3664409" y="380298"/>
            <a:ext cx="12073631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>
                <a:solidFill>
                  <a:schemeClr val="accent5">
                    <a:lumMod val="75000"/>
                  </a:schemeClr>
                </a:solidFill>
                <a:latin typeface="Public Sans Black" panose="020B0604020202020204" charset="0"/>
              </a:rPr>
              <a:t>SYSTEM ARCHITECTURE &amp; DESIGN</a:t>
            </a:r>
          </a:p>
        </p:txBody>
      </p:sp>
      <p:pic>
        <p:nvPicPr>
          <p:cNvPr id="4" name="Picture 3" descr="A close-up of a document&#10;&#10;AI-generated content may be incorrect.">
            <a:extLst>
              <a:ext uri="{FF2B5EF4-FFF2-40B4-BE49-F238E27FC236}">
                <a16:creationId xmlns:a16="http://schemas.microsoft.com/office/drawing/2014/main" id="{6FB1DF55-9268-7CDC-E3A6-B9870A501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76" y="1490472"/>
            <a:ext cx="7394268" cy="8575744"/>
          </a:xfrm>
          <a:prstGeom prst="rect">
            <a:avLst/>
          </a:prstGeom>
        </p:spPr>
      </p:pic>
      <p:pic>
        <p:nvPicPr>
          <p:cNvPr id="6" name="Picture 5" descr="A document with text on it&#10;&#10;AI-generated content may be incorrect.">
            <a:extLst>
              <a:ext uri="{FF2B5EF4-FFF2-40B4-BE49-F238E27FC236}">
                <a16:creationId xmlns:a16="http://schemas.microsoft.com/office/drawing/2014/main" id="{D4EC84D6-9643-2BF4-A1BE-2476A2903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225" y="2776296"/>
            <a:ext cx="7671202" cy="583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81922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AFF"/>
        </a:soli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85DB038-44BC-EEA1-3A86-CAF4B29402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1338151"/>
              </p:ext>
            </p:extLst>
          </p:nvPr>
        </p:nvGraphicFramePr>
        <p:xfrm>
          <a:off x="601172" y="3206257"/>
          <a:ext cx="9418889" cy="6317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506" name="Google Shape;506;p25"/>
          <p:cNvGrpSpPr/>
          <p:nvPr/>
        </p:nvGrpSpPr>
        <p:grpSpPr>
          <a:xfrm>
            <a:off x="14145198" y="6878551"/>
            <a:ext cx="1163572" cy="1163572"/>
            <a:chOff x="0" y="0"/>
            <a:chExt cx="1551429" cy="1551429"/>
          </a:xfrm>
        </p:grpSpPr>
        <p:grpSp>
          <p:nvGrpSpPr>
            <p:cNvPr id="507" name="Google Shape;507;p25"/>
            <p:cNvGrpSpPr/>
            <p:nvPr/>
          </p:nvGrpSpPr>
          <p:grpSpPr>
            <a:xfrm>
              <a:off x="471948" y="471948"/>
              <a:ext cx="607533" cy="607533"/>
              <a:chOff x="0" y="0"/>
              <a:chExt cx="812800" cy="812800"/>
            </a:xfrm>
          </p:grpSpPr>
          <p:sp>
            <p:nvSpPr>
              <p:cNvPr id="508" name="Google Shape;508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207EB5">
                  <a:alpha val="4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Google Shape;509;p25"/>
              <p:cNvSpPr txBox="1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0" name="Google Shape;510;p25"/>
            <p:cNvGrpSpPr/>
            <p:nvPr/>
          </p:nvGrpSpPr>
          <p:grpSpPr>
            <a:xfrm>
              <a:off x="0" y="0"/>
              <a:ext cx="1551429" cy="1551429"/>
              <a:chOff x="0" y="0"/>
              <a:chExt cx="812800" cy="812800"/>
            </a:xfrm>
          </p:grpSpPr>
          <p:sp>
            <p:nvSpPr>
              <p:cNvPr id="511" name="Google Shape;511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0" cap="sq" cmpd="sng">
                <a:solidFill>
                  <a:srgbClr val="207EB5">
                    <a:alpha val="40000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3" name="Google Shape;513;p25"/>
          <p:cNvGrpSpPr/>
          <p:nvPr/>
        </p:nvGrpSpPr>
        <p:grpSpPr>
          <a:xfrm>
            <a:off x="15543049" y="6878551"/>
            <a:ext cx="1163572" cy="1163572"/>
            <a:chOff x="0" y="0"/>
            <a:chExt cx="1551429" cy="1551429"/>
          </a:xfrm>
        </p:grpSpPr>
        <p:grpSp>
          <p:nvGrpSpPr>
            <p:cNvPr id="514" name="Google Shape;514;p25"/>
            <p:cNvGrpSpPr/>
            <p:nvPr/>
          </p:nvGrpSpPr>
          <p:grpSpPr>
            <a:xfrm>
              <a:off x="471948" y="471948"/>
              <a:ext cx="607533" cy="607533"/>
              <a:chOff x="0" y="0"/>
              <a:chExt cx="812800" cy="812800"/>
            </a:xfrm>
          </p:grpSpPr>
          <p:sp>
            <p:nvSpPr>
              <p:cNvPr id="515" name="Google Shape;515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207EB5">
                  <a:alpha val="4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Google Shape;516;p25"/>
              <p:cNvSpPr txBox="1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7" name="Google Shape;517;p25"/>
            <p:cNvGrpSpPr/>
            <p:nvPr/>
          </p:nvGrpSpPr>
          <p:grpSpPr>
            <a:xfrm>
              <a:off x="0" y="0"/>
              <a:ext cx="1551429" cy="1551429"/>
              <a:chOff x="0" y="0"/>
              <a:chExt cx="812800" cy="812800"/>
            </a:xfrm>
          </p:grpSpPr>
          <p:sp>
            <p:nvSpPr>
              <p:cNvPr id="518" name="Google Shape;518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0" cap="sq" cmpd="sng">
                <a:solidFill>
                  <a:srgbClr val="207EB5">
                    <a:alpha val="40000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0" name="Google Shape;520;p25"/>
          <p:cNvGrpSpPr/>
          <p:nvPr/>
        </p:nvGrpSpPr>
        <p:grpSpPr>
          <a:xfrm>
            <a:off x="16940899" y="6878551"/>
            <a:ext cx="1163572" cy="1163572"/>
            <a:chOff x="0" y="0"/>
            <a:chExt cx="1551429" cy="1551429"/>
          </a:xfrm>
        </p:grpSpPr>
        <p:grpSp>
          <p:nvGrpSpPr>
            <p:cNvPr id="521" name="Google Shape;521;p25"/>
            <p:cNvGrpSpPr/>
            <p:nvPr/>
          </p:nvGrpSpPr>
          <p:grpSpPr>
            <a:xfrm>
              <a:off x="471948" y="471948"/>
              <a:ext cx="607533" cy="607533"/>
              <a:chOff x="0" y="0"/>
              <a:chExt cx="812800" cy="812800"/>
            </a:xfrm>
          </p:grpSpPr>
          <p:sp>
            <p:nvSpPr>
              <p:cNvPr id="522" name="Google Shape;522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207EB5">
                  <a:alpha val="4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3" name="Google Shape;523;p25"/>
              <p:cNvSpPr txBox="1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4" name="Google Shape;524;p25"/>
            <p:cNvGrpSpPr/>
            <p:nvPr/>
          </p:nvGrpSpPr>
          <p:grpSpPr>
            <a:xfrm>
              <a:off x="0" y="0"/>
              <a:ext cx="1551429" cy="1551429"/>
              <a:chOff x="0" y="0"/>
              <a:chExt cx="812800" cy="812800"/>
            </a:xfrm>
          </p:grpSpPr>
          <p:sp>
            <p:nvSpPr>
              <p:cNvPr id="525" name="Google Shape;525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0" cap="sq" cmpd="sng">
                <a:solidFill>
                  <a:srgbClr val="207EB5">
                    <a:alpha val="40000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7" name="Google Shape;527;p25"/>
          <p:cNvGrpSpPr/>
          <p:nvPr/>
        </p:nvGrpSpPr>
        <p:grpSpPr>
          <a:xfrm>
            <a:off x="10540767" y="-333808"/>
            <a:ext cx="3449264" cy="11263468"/>
            <a:chOff x="0" y="-38100"/>
            <a:chExt cx="908448" cy="2966510"/>
          </a:xfrm>
        </p:grpSpPr>
        <p:sp>
          <p:nvSpPr>
            <p:cNvPr id="528" name="Google Shape;528;p25"/>
            <p:cNvSpPr/>
            <p:nvPr/>
          </p:nvSpPr>
          <p:spPr>
            <a:xfrm>
              <a:off x="0" y="0"/>
              <a:ext cx="908448" cy="2928410"/>
            </a:xfrm>
            <a:custGeom>
              <a:avLst/>
              <a:gdLst/>
              <a:ahLst/>
              <a:cxnLst/>
              <a:rect l="l" t="t" r="r" b="b"/>
              <a:pathLst>
                <a:path w="908448" h="2928410" extrusionOk="0">
                  <a:moveTo>
                    <a:pt x="0" y="0"/>
                  </a:moveTo>
                  <a:lnTo>
                    <a:pt x="908448" y="0"/>
                  </a:lnTo>
                  <a:lnTo>
                    <a:pt x="908448" y="2928410"/>
                  </a:lnTo>
                  <a:lnTo>
                    <a:pt x="0" y="2928410"/>
                  </a:lnTo>
                  <a:close/>
                </a:path>
              </a:pathLst>
            </a:custGeom>
            <a:solidFill>
              <a:srgbClr val="207EB5">
                <a:alpha val="86666"/>
              </a:srgbClr>
            </a:solidFill>
            <a:ln w="95250" cap="sq" cmpd="sng">
              <a:solidFill>
                <a:srgbClr val="000000">
                  <a:alpha val="86666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9" name="Google Shape;529;p25"/>
            <p:cNvSpPr txBox="1"/>
            <p:nvPr/>
          </p:nvSpPr>
          <p:spPr>
            <a:xfrm>
              <a:off x="0" y="-38100"/>
              <a:ext cx="908448" cy="29665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p25"/>
          <p:cNvGrpSpPr/>
          <p:nvPr/>
        </p:nvGrpSpPr>
        <p:grpSpPr>
          <a:xfrm>
            <a:off x="14178743" y="4787014"/>
            <a:ext cx="1163572" cy="1163572"/>
            <a:chOff x="0" y="0"/>
            <a:chExt cx="1551429" cy="1551429"/>
          </a:xfrm>
        </p:grpSpPr>
        <p:grpSp>
          <p:nvGrpSpPr>
            <p:cNvPr id="552" name="Google Shape;552;p25"/>
            <p:cNvGrpSpPr/>
            <p:nvPr/>
          </p:nvGrpSpPr>
          <p:grpSpPr>
            <a:xfrm>
              <a:off x="471948" y="471948"/>
              <a:ext cx="607533" cy="607533"/>
              <a:chOff x="0" y="0"/>
              <a:chExt cx="812800" cy="812800"/>
            </a:xfrm>
          </p:grpSpPr>
          <p:sp>
            <p:nvSpPr>
              <p:cNvPr id="553" name="Google Shape;553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207EB5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4" name="Google Shape;554;p25"/>
              <p:cNvSpPr txBox="1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5" name="Google Shape;555;p25"/>
            <p:cNvGrpSpPr/>
            <p:nvPr/>
          </p:nvGrpSpPr>
          <p:grpSpPr>
            <a:xfrm>
              <a:off x="0" y="0"/>
              <a:ext cx="1551429" cy="1551429"/>
              <a:chOff x="0" y="0"/>
              <a:chExt cx="812800" cy="812800"/>
            </a:xfrm>
          </p:grpSpPr>
          <p:sp>
            <p:nvSpPr>
              <p:cNvPr id="556" name="Google Shape;556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0" cap="sq" cmpd="sng">
                <a:solidFill>
                  <a:srgbClr val="207EB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8" name="Google Shape;558;p25"/>
          <p:cNvGrpSpPr/>
          <p:nvPr/>
        </p:nvGrpSpPr>
        <p:grpSpPr>
          <a:xfrm>
            <a:off x="15576594" y="4787014"/>
            <a:ext cx="1163572" cy="1163572"/>
            <a:chOff x="0" y="0"/>
            <a:chExt cx="1551429" cy="1551429"/>
          </a:xfrm>
        </p:grpSpPr>
        <p:grpSp>
          <p:nvGrpSpPr>
            <p:cNvPr id="559" name="Google Shape;559;p25"/>
            <p:cNvGrpSpPr/>
            <p:nvPr/>
          </p:nvGrpSpPr>
          <p:grpSpPr>
            <a:xfrm>
              <a:off x="471948" y="471948"/>
              <a:ext cx="607533" cy="607533"/>
              <a:chOff x="0" y="0"/>
              <a:chExt cx="812800" cy="812800"/>
            </a:xfrm>
          </p:grpSpPr>
          <p:sp>
            <p:nvSpPr>
              <p:cNvPr id="560" name="Google Shape;560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207EB5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Google Shape;561;p25"/>
              <p:cNvSpPr txBox="1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2" name="Google Shape;562;p25"/>
            <p:cNvGrpSpPr/>
            <p:nvPr/>
          </p:nvGrpSpPr>
          <p:grpSpPr>
            <a:xfrm>
              <a:off x="0" y="0"/>
              <a:ext cx="1551429" cy="1551429"/>
              <a:chOff x="0" y="0"/>
              <a:chExt cx="812800" cy="812800"/>
            </a:xfrm>
          </p:grpSpPr>
          <p:sp>
            <p:nvSpPr>
              <p:cNvPr id="563" name="Google Shape;563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0" cap="sq" cmpd="sng">
                <a:solidFill>
                  <a:srgbClr val="207EB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65" name="Google Shape;565;p25"/>
          <p:cNvGrpSpPr/>
          <p:nvPr/>
        </p:nvGrpSpPr>
        <p:grpSpPr>
          <a:xfrm>
            <a:off x="16974445" y="4787014"/>
            <a:ext cx="1163572" cy="1163572"/>
            <a:chOff x="0" y="0"/>
            <a:chExt cx="1551429" cy="1551429"/>
          </a:xfrm>
        </p:grpSpPr>
        <p:grpSp>
          <p:nvGrpSpPr>
            <p:cNvPr id="566" name="Google Shape;566;p25"/>
            <p:cNvGrpSpPr/>
            <p:nvPr/>
          </p:nvGrpSpPr>
          <p:grpSpPr>
            <a:xfrm>
              <a:off x="471948" y="471948"/>
              <a:ext cx="607533" cy="607533"/>
              <a:chOff x="0" y="0"/>
              <a:chExt cx="812800" cy="812800"/>
            </a:xfrm>
          </p:grpSpPr>
          <p:sp>
            <p:nvSpPr>
              <p:cNvPr id="567" name="Google Shape;567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207EB5">
                  <a:alpha val="4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Google Shape;568;p25"/>
              <p:cNvSpPr txBox="1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9" name="Google Shape;569;p25"/>
            <p:cNvGrpSpPr/>
            <p:nvPr/>
          </p:nvGrpSpPr>
          <p:grpSpPr>
            <a:xfrm>
              <a:off x="0" y="0"/>
              <a:ext cx="1551429" cy="1551429"/>
              <a:chOff x="0" y="0"/>
              <a:chExt cx="812800" cy="812800"/>
            </a:xfrm>
          </p:grpSpPr>
          <p:sp>
            <p:nvSpPr>
              <p:cNvPr id="570" name="Google Shape;570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0" cap="sq" cmpd="sng">
                <a:solidFill>
                  <a:srgbClr val="207EB5">
                    <a:alpha val="40000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2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00" name="Google Shape;600;p25"/>
          <p:cNvGrpSpPr/>
          <p:nvPr/>
        </p:nvGrpSpPr>
        <p:grpSpPr>
          <a:xfrm>
            <a:off x="14182344" y="2706624"/>
            <a:ext cx="1163572" cy="1163572"/>
            <a:chOff x="0" y="0"/>
            <a:chExt cx="1551429" cy="1551429"/>
          </a:xfrm>
        </p:grpSpPr>
        <p:grpSp>
          <p:nvGrpSpPr>
            <p:cNvPr id="601" name="Google Shape;601;p25"/>
            <p:cNvGrpSpPr/>
            <p:nvPr/>
          </p:nvGrpSpPr>
          <p:grpSpPr>
            <a:xfrm>
              <a:off x="471948" y="471948"/>
              <a:ext cx="607533" cy="607533"/>
              <a:chOff x="0" y="0"/>
              <a:chExt cx="812800" cy="812800"/>
            </a:xfrm>
          </p:grpSpPr>
          <p:sp>
            <p:nvSpPr>
              <p:cNvPr id="602" name="Google Shape;602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207EB5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Google Shape;603;p25"/>
              <p:cNvSpPr txBox="1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4" name="Google Shape;604;p25"/>
            <p:cNvGrpSpPr/>
            <p:nvPr/>
          </p:nvGrpSpPr>
          <p:grpSpPr>
            <a:xfrm>
              <a:off x="0" y="0"/>
              <a:ext cx="1551429" cy="1551429"/>
              <a:chOff x="0" y="0"/>
              <a:chExt cx="812800" cy="812800"/>
            </a:xfrm>
          </p:grpSpPr>
          <p:sp>
            <p:nvSpPr>
              <p:cNvPr id="605" name="Google Shape;605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0" cap="sq" cmpd="sng">
                <a:solidFill>
                  <a:srgbClr val="207EB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2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14" name="Google Shape;614;p25"/>
          <p:cNvGrpSpPr/>
          <p:nvPr/>
        </p:nvGrpSpPr>
        <p:grpSpPr>
          <a:xfrm>
            <a:off x="15581376" y="2706624"/>
            <a:ext cx="1163572" cy="1163572"/>
            <a:chOff x="0" y="0"/>
            <a:chExt cx="1551429" cy="1551429"/>
          </a:xfrm>
        </p:grpSpPr>
        <p:grpSp>
          <p:nvGrpSpPr>
            <p:cNvPr id="615" name="Google Shape;615;p25"/>
            <p:cNvGrpSpPr/>
            <p:nvPr/>
          </p:nvGrpSpPr>
          <p:grpSpPr>
            <a:xfrm>
              <a:off x="471948" y="471948"/>
              <a:ext cx="607533" cy="607533"/>
              <a:chOff x="0" y="0"/>
              <a:chExt cx="812800" cy="812800"/>
            </a:xfrm>
          </p:grpSpPr>
          <p:sp>
            <p:nvSpPr>
              <p:cNvPr id="616" name="Google Shape;616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207EB5">
                  <a:alpha val="4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Google Shape;617;p25"/>
              <p:cNvSpPr txBox="1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5"/>
            <p:cNvGrpSpPr/>
            <p:nvPr/>
          </p:nvGrpSpPr>
          <p:grpSpPr>
            <a:xfrm>
              <a:off x="0" y="0"/>
              <a:ext cx="1551429" cy="1551429"/>
              <a:chOff x="0" y="0"/>
              <a:chExt cx="812800" cy="812800"/>
            </a:xfrm>
          </p:grpSpPr>
          <p:sp>
            <p:nvSpPr>
              <p:cNvPr id="619" name="Google Shape;619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0" cap="sq" cmpd="sng">
                <a:solidFill>
                  <a:srgbClr val="207EB5">
                    <a:alpha val="40000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2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21" name="Google Shape;621;p25"/>
          <p:cNvGrpSpPr/>
          <p:nvPr/>
        </p:nvGrpSpPr>
        <p:grpSpPr>
          <a:xfrm>
            <a:off x="16971264" y="2706624"/>
            <a:ext cx="1163572" cy="1163572"/>
            <a:chOff x="0" y="0"/>
            <a:chExt cx="1551429" cy="1551429"/>
          </a:xfrm>
        </p:grpSpPr>
        <p:grpSp>
          <p:nvGrpSpPr>
            <p:cNvPr id="622" name="Google Shape;622;p25"/>
            <p:cNvGrpSpPr/>
            <p:nvPr/>
          </p:nvGrpSpPr>
          <p:grpSpPr>
            <a:xfrm>
              <a:off x="471948" y="471948"/>
              <a:ext cx="607533" cy="607533"/>
              <a:chOff x="0" y="0"/>
              <a:chExt cx="812800" cy="812800"/>
            </a:xfrm>
          </p:grpSpPr>
          <p:sp>
            <p:nvSpPr>
              <p:cNvPr id="623" name="Google Shape;623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207EB5">
                  <a:alpha val="4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" name="Google Shape;624;p25"/>
              <p:cNvSpPr txBox="1"/>
              <p:nvPr/>
            </p:nvSpPr>
            <p:spPr>
              <a:xfrm>
                <a:off x="190500" y="152400"/>
                <a:ext cx="431800" cy="4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5" name="Google Shape;625;p25"/>
            <p:cNvGrpSpPr/>
            <p:nvPr/>
          </p:nvGrpSpPr>
          <p:grpSpPr>
            <a:xfrm>
              <a:off x="0" y="0"/>
              <a:ext cx="1551429" cy="1551429"/>
              <a:chOff x="0" y="0"/>
              <a:chExt cx="812800" cy="812800"/>
            </a:xfrm>
          </p:grpSpPr>
          <p:sp>
            <p:nvSpPr>
              <p:cNvPr id="626" name="Google Shape;626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0" cap="sq" cmpd="sng">
                <a:solidFill>
                  <a:srgbClr val="207EB5">
                    <a:alpha val="40000"/>
                  </a:srgb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2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37" name="Google Shape;637;p25"/>
          <p:cNvSpPr txBox="1"/>
          <p:nvPr/>
        </p:nvSpPr>
        <p:spPr>
          <a:xfrm>
            <a:off x="607706" y="1085850"/>
            <a:ext cx="9744349" cy="2217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207EB5"/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NON-FUNCTIONAL REQUIREMENTS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/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28AA4-94C2-01A0-FFB8-08DC09963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082669-0A42-792D-4E24-8F25551B5732}"/>
              </a:ext>
            </a:extLst>
          </p:cNvPr>
          <p:cNvSpPr txBox="1"/>
          <p:nvPr/>
        </p:nvSpPr>
        <p:spPr>
          <a:xfrm>
            <a:off x="-51756" y="171938"/>
            <a:ext cx="2031325" cy="9900214"/>
          </a:xfrm>
          <a:prstGeom prst="rect">
            <a:avLst/>
          </a:prstGeom>
          <a:noFill/>
        </p:spPr>
        <p:txBody>
          <a:bodyPr vert="vert270" wrap="square" rtlCol="0" anchor="ctr">
            <a:spAutoFit/>
          </a:bodyPr>
          <a:lstStyle/>
          <a:p>
            <a:pPr algn="ctr"/>
            <a:r>
              <a:rPr lang="en-US" sz="6000">
                <a:solidFill>
                  <a:schemeClr val="accent5">
                    <a:lumMod val="75000"/>
                  </a:schemeClr>
                </a:solidFill>
                <a:latin typeface="Public Sans Black" panose="020B0604020202020204" charset="0"/>
              </a:rPr>
              <a:t>SYSTEM ARCHITECTURE &amp; DESIGN</a:t>
            </a:r>
          </a:p>
        </p:txBody>
      </p:sp>
      <p:pic>
        <p:nvPicPr>
          <p:cNvPr id="11" name="Picture 10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789EED37-AF63-F8CB-3BE1-D1D5B3F02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069" y="294256"/>
            <a:ext cx="7226790" cy="9777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94AF52-E7B5-F17B-F9CD-BA215F2FD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2159" y="3840198"/>
            <a:ext cx="8075072" cy="98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80688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9A1E0-6F14-F0A2-3786-71CA1E67B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E6CE52-6C6E-DDF5-C7C3-70DEF5D8B206}"/>
              </a:ext>
            </a:extLst>
          </p:cNvPr>
          <p:cNvSpPr txBox="1"/>
          <p:nvPr/>
        </p:nvSpPr>
        <p:spPr>
          <a:xfrm>
            <a:off x="2929631" y="435006"/>
            <a:ext cx="12073631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>
                <a:solidFill>
                  <a:schemeClr val="accent5">
                    <a:lumMod val="75000"/>
                  </a:schemeClr>
                </a:solidFill>
                <a:latin typeface="Public Sans Black" panose="020B0604020202020204" charset="0"/>
              </a:rPr>
              <a:t>SYSTEM ARCHITECTURE &amp; DESIGN</a:t>
            </a:r>
          </a:p>
        </p:txBody>
      </p:sp>
      <p:pic>
        <p:nvPicPr>
          <p:cNvPr id="4" name="Picture 3" descr="A diagram of a person's diagram&#10;&#10;AI-generated content may be incorrect.">
            <a:extLst>
              <a:ext uri="{FF2B5EF4-FFF2-40B4-BE49-F238E27FC236}">
                <a16:creationId xmlns:a16="http://schemas.microsoft.com/office/drawing/2014/main" id="{14B83D2C-BD8B-312F-F00E-7646FD83B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943" y="2373998"/>
            <a:ext cx="15984113" cy="716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20230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61A49-B338-8858-925D-FAD00FFE0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A5E27D-DC3C-0333-EFB0-6FC1E57EDD0F}"/>
              </a:ext>
            </a:extLst>
          </p:cNvPr>
          <p:cNvSpPr txBox="1"/>
          <p:nvPr/>
        </p:nvSpPr>
        <p:spPr>
          <a:xfrm>
            <a:off x="256771" y="4081670"/>
            <a:ext cx="4580953" cy="21236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>
                <a:solidFill>
                  <a:schemeClr val="accent5">
                    <a:lumMod val="75000"/>
                  </a:schemeClr>
                </a:solidFill>
                <a:latin typeface="Public Sans Black" panose="020B0604020202020204" charset="0"/>
              </a:rPr>
              <a:t>SYSTEM ARCHITECTURE &amp; DESIGN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B3231B46-D844-F5BE-BCB2-AE2EF7D57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376" y="805743"/>
            <a:ext cx="12488101" cy="867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903735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8B362-6CB3-B25E-289B-B7C5EBB9A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A76D08-3592-1F85-9D9E-F215CFA11A60}"/>
              </a:ext>
            </a:extLst>
          </p:cNvPr>
          <p:cNvSpPr txBox="1"/>
          <p:nvPr/>
        </p:nvSpPr>
        <p:spPr>
          <a:xfrm>
            <a:off x="2929631" y="435006"/>
            <a:ext cx="12073631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>
                <a:solidFill>
                  <a:schemeClr val="accent5">
                    <a:lumMod val="75000"/>
                  </a:schemeClr>
                </a:solidFill>
                <a:latin typeface="Public Sans Black" panose="020B0604020202020204" charset="0"/>
              </a:rPr>
              <a:t>SYSTEM ARCHITECTURE &amp; DESIGN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EAB27366-C9BF-E34B-41F3-4A4D79BE5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278" y="2446138"/>
            <a:ext cx="12637443" cy="754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68811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91798-2EDC-35FD-52EA-BCDA613A8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CAE8AB-109B-EF2D-6EA0-18BF404A1D65}"/>
              </a:ext>
            </a:extLst>
          </p:cNvPr>
          <p:cNvSpPr txBox="1"/>
          <p:nvPr/>
        </p:nvSpPr>
        <p:spPr>
          <a:xfrm>
            <a:off x="2929631" y="435006"/>
            <a:ext cx="12073631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>
                <a:solidFill>
                  <a:schemeClr val="accent5">
                    <a:lumMod val="75000"/>
                  </a:schemeClr>
                </a:solidFill>
                <a:latin typeface="Public Sans Black" panose="020B0604020202020204" charset="0"/>
              </a:rPr>
              <a:t>SYSTEM ARCHITECTURE &amp; DESIGN</a:t>
            </a:r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19BC1CE6-F2AC-366B-F8AA-3B8FA0557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185" y="2516719"/>
            <a:ext cx="12073630" cy="748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58499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09370-D1F6-0B38-8A71-FF7ABD044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D3B88A-9C15-0975-F4E3-43469C834830}"/>
              </a:ext>
            </a:extLst>
          </p:cNvPr>
          <p:cNvSpPr txBox="1"/>
          <p:nvPr/>
        </p:nvSpPr>
        <p:spPr>
          <a:xfrm>
            <a:off x="9972431" y="3712339"/>
            <a:ext cx="7182338" cy="286232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>
                <a:solidFill>
                  <a:schemeClr val="accent5">
                    <a:lumMod val="75000"/>
                  </a:schemeClr>
                </a:solidFill>
                <a:latin typeface="Public Sans Black" panose="020B0604020202020204" charset="0"/>
              </a:rPr>
              <a:t>SYSTEM ARCHITECTURE &amp; DESIGN</a:t>
            </a:r>
          </a:p>
        </p:txBody>
      </p:sp>
      <p:pic>
        <p:nvPicPr>
          <p:cNvPr id="4" name="Picture 3" descr="A diagram of a company structure&#10;&#10;AI-generated content may be incorrect.">
            <a:extLst>
              <a:ext uri="{FF2B5EF4-FFF2-40B4-BE49-F238E27FC236}">
                <a16:creationId xmlns:a16="http://schemas.microsoft.com/office/drawing/2014/main" id="{F166FFC5-EF91-8CF1-CD77-C4F6C801C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07" y="116778"/>
            <a:ext cx="8100414" cy="1009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421043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86131C-1A79-9C70-7BF5-B578CCEC74B8}"/>
              </a:ext>
            </a:extLst>
          </p:cNvPr>
          <p:cNvSpPr txBox="1"/>
          <p:nvPr/>
        </p:nvSpPr>
        <p:spPr>
          <a:xfrm>
            <a:off x="3264010" y="8717340"/>
            <a:ext cx="11640709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>
                <a:solidFill>
                  <a:schemeClr val="bg2"/>
                </a:solidFill>
                <a:latin typeface="Public Sans Black" panose="020B0604020202020204" charset="0"/>
              </a:rPr>
              <a:t>IMPLEMENTATION TIMELINE &amp; CONCLUSIONS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E13531D-3392-BF3C-0739-EDCC8179B6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5951066"/>
              </p:ext>
            </p:extLst>
          </p:nvPr>
        </p:nvGraphicFramePr>
        <p:xfrm>
          <a:off x="2878372" y="1924215"/>
          <a:ext cx="12411986" cy="6718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8024519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AFF"/>
        </a:solidFill>
        <a:effectLst/>
      </p:bgPr>
    </p:bg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4" y="0"/>
            <a:ext cx="18288056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5" name="Google Shape;655;p27"/>
          <p:cNvGrpSpPr/>
          <p:nvPr/>
        </p:nvGrpSpPr>
        <p:grpSpPr>
          <a:xfrm>
            <a:off x="-362825" y="2824683"/>
            <a:ext cx="19224557" cy="4919572"/>
            <a:chOff x="0" y="-38100"/>
            <a:chExt cx="5063258" cy="1295690"/>
          </a:xfrm>
        </p:grpSpPr>
        <p:sp>
          <p:nvSpPr>
            <p:cNvPr id="656" name="Google Shape;656;p27"/>
            <p:cNvSpPr/>
            <p:nvPr/>
          </p:nvSpPr>
          <p:spPr>
            <a:xfrm>
              <a:off x="0" y="0"/>
              <a:ext cx="5063258" cy="1257590"/>
            </a:xfrm>
            <a:custGeom>
              <a:avLst/>
              <a:gdLst/>
              <a:ahLst/>
              <a:cxnLst/>
              <a:rect l="l" t="t" r="r" b="b"/>
              <a:pathLst>
                <a:path w="5063258" h="1257590" extrusionOk="0">
                  <a:moveTo>
                    <a:pt x="0" y="0"/>
                  </a:moveTo>
                  <a:lnTo>
                    <a:pt x="5063258" y="0"/>
                  </a:lnTo>
                  <a:lnTo>
                    <a:pt x="5063258" y="1257590"/>
                  </a:lnTo>
                  <a:lnTo>
                    <a:pt x="0" y="1257590"/>
                  </a:lnTo>
                  <a:close/>
                </a:path>
              </a:pathLst>
            </a:custGeom>
            <a:solidFill>
              <a:srgbClr val="207EB5">
                <a:alpha val="86666"/>
              </a:srgbClr>
            </a:solidFill>
            <a:ln w="95250" cap="sq" cmpd="sng">
              <a:solidFill>
                <a:srgbClr val="000000">
                  <a:alpha val="86666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7" name="Google Shape;657;p27"/>
            <p:cNvSpPr txBox="1"/>
            <p:nvPr/>
          </p:nvSpPr>
          <p:spPr>
            <a:xfrm>
              <a:off x="0" y="-38100"/>
              <a:ext cx="5063258" cy="1295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8" name="Google Shape;658;p27"/>
          <p:cNvSpPr txBox="1"/>
          <p:nvPr/>
        </p:nvSpPr>
        <p:spPr>
          <a:xfrm>
            <a:off x="9076073" y="799097"/>
            <a:ext cx="7843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chemeClr val="accent5">
                    <a:lumMod val="75000"/>
                  </a:schemeClr>
                </a:solidFill>
                <a:latin typeface="Public Sans Black"/>
                <a:ea typeface="Public Sans Black"/>
                <a:cs typeface="Public Sans Black"/>
                <a:sym typeface="Public Sans Black"/>
              </a:rPr>
              <a:t>REFERENCES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296BC8A-7CFE-1DB1-F26B-5E2BB6F6C2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0539208"/>
              </p:ext>
            </p:extLst>
          </p:nvPr>
        </p:nvGraphicFramePr>
        <p:xfrm>
          <a:off x="8828412" y="3026420"/>
          <a:ext cx="9338208" cy="4661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60" name="Google Shape;660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30251" y="989063"/>
            <a:ext cx="3465100" cy="11616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16274" y="2178572"/>
            <a:ext cx="6559799" cy="923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18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1</cp:revision>
  <dcterms:modified xsi:type="dcterms:W3CDTF">2025-11-19T14:41:55Z</dcterms:modified>
</cp:coreProperties>
</file>